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147483531" r:id="rId4"/>
    <p:sldId id="263" r:id="rId5"/>
    <p:sldId id="2147483567" r:id="rId6"/>
    <p:sldId id="2147483566" r:id="rId7"/>
    <p:sldId id="2147483532" r:id="rId8"/>
    <p:sldId id="2147483561" r:id="rId9"/>
    <p:sldId id="2147483563" r:id="rId10"/>
    <p:sldId id="2147483564" r:id="rId11"/>
    <p:sldId id="2147483565" r:id="rId12"/>
    <p:sldId id="214747111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7" d="100"/>
          <a:sy n="57" d="100"/>
        </p:scale>
        <p:origin x="4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993BE2-576C-4386-B796-30A2A52A63B5}"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DE3910-1757-43FE-ACB7-B1C726A28112}" type="slidenum">
              <a:rPr lang="en-US" smtClean="0"/>
              <a:t>‹#›</a:t>
            </a:fld>
            <a:endParaRPr lang="en-US"/>
          </a:p>
        </p:txBody>
      </p:sp>
    </p:spTree>
    <p:extLst>
      <p:ext uri="{BB962C8B-B14F-4D97-AF65-F5344CB8AC3E}">
        <p14:creationId xmlns:p14="http://schemas.microsoft.com/office/powerpoint/2010/main" val="423715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6F17D-2320-D7BC-108A-FB48F6201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20D1D-2D55-C49A-E7AD-4CDA115B12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37673-A4CE-6B89-01D6-4D8009764D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994A37-47A9-2BB9-BF65-1B97835429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5AF4B5-3E5C-F84D-A668-6F62F852D3B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D69D5013-CCD4-8DF4-F5AD-21E79AEEB00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4/10/2025</a:t>
            </a:r>
          </a:p>
        </p:txBody>
      </p:sp>
      <p:sp>
        <p:nvSpPr>
          <p:cNvPr id="6" name="Footer Placeholder 5">
            <a:extLst>
              <a:ext uri="{FF2B5EF4-FFF2-40B4-BE49-F238E27FC236}">
                <a16:creationId xmlns:a16="http://schemas.microsoft.com/office/drawing/2014/main" id="{FE5F4EA7-B733-40A1-51D8-7628B3E50BF0}"/>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492AC119-611B-5B7F-C0C9-4B2AEFECB17C}"/>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0003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113A2-ABC5-CEB9-7259-9CDAC801CB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03F40-8F72-7DE4-D788-5F6A88B3D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077BBB-BBEC-EDFD-43F5-9BC6BCB911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325C17-8234-C370-3CB6-C5F533A0E6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5AF4B5-3E5C-F84D-A668-6F62F852D3B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2FF4EA40-35D3-9183-23C1-C9000C7957E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4/10/2025</a:t>
            </a:r>
          </a:p>
        </p:txBody>
      </p:sp>
      <p:sp>
        <p:nvSpPr>
          <p:cNvPr id="6" name="Footer Placeholder 5">
            <a:extLst>
              <a:ext uri="{FF2B5EF4-FFF2-40B4-BE49-F238E27FC236}">
                <a16:creationId xmlns:a16="http://schemas.microsoft.com/office/drawing/2014/main" id="{6B957164-0C34-CAB2-A1DA-A30DE9DF636E}"/>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DBA67E75-8875-4C1D-DB56-FC369A6F367A}"/>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2336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1DEE5-EAA8-544D-6A8C-909E531FB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6FF12-3EF8-1D6F-DF72-0AE2B0EEDC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BB1FE8-1657-4A80-14B4-4A50E33320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E8D7DB-FC6C-5187-F280-CA0998F004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5AF4B5-3E5C-F84D-A668-6F62F852D3B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D674481D-CCA1-47F2-3116-166D34519F50}"/>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4/10/2025</a:t>
            </a:r>
          </a:p>
        </p:txBody>
      </p:sp>
      <p:sp>
        <p:nvSpPr>
          <p:cNvPr id="6" name="Footer Placeholder 5">
            <a:extLst>
              <a:ext uri="{FF2B5EF4-FFF2-40B4-BE49-F238E27FC236}">
                <a16:creationId xmlns:a16="http://schemas.microsoft.com/office/drawing/2014/main" id="{0C984F22-E309-B23E-29B8-ABFD5222E809}"/>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8843D282-11EC-3A60-7F98-A3D0023E542F}"/>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750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FD601-FEC5-4FF8-478C-7511FE117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A062B-185D-D4A8-8B82-85A9F22DA3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27EE9-98DD-1A12-357C-8EDDC89494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689014-2673-495B-8106-B7B24EA8CF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5AF4B5-3E5C-F84D-A668-6F62F852D3B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DF64BEC2-F99E-7E5C-A2ED-C120DDA8301E}"/>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4/10/2025</a:t>
            </a:r>
          </a:p>
        </p:txBody>
      </p:sp>
      <p:sp>
        <p:nvSpPr>
          <p:cNvPr id="6" name="Footer Placeholder 5">
            <a:extLst>
              <a:ext uri="{FF2B5EF4-FFF2-40B4-BE49-F238E27FC236}">
                <a16:creationId xmlns:a16="http://schemas.microsoft.com/office/drawing/2014/main" id="{6CA9A0C2-D682-9035-9B31-9F10A5BF12B5}"/>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146C1A4D-DA9F-5E3B-EDD1-2292656B6F7F}"/>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98353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69651-61E0-94DD-12B2-207DA29265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21885-365E-F02A-28DC-1E25EB4EA4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5B9D1C-55D6-94FA-CB4F-444E5F38680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4854F5-185A-1FB3-D35A-AB5A4DED15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5AF4B5-3E5C-F84D-A668-6F62F852D3B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12E393A3-10FE-A4B4-F7EC-C962A095885C}"/>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4/10/2025</a:t>
            </a:r>
          </a:p>
        </p:txBody>
      </p:sp>
      <p:sp>
        <p:nvSpPr>
          <p:cNvPr id="6" name="Footer Placeholder 5">
            <a:extLst>
              <a:ext uri="{FF2B5EF4-FFF2-40B4-BE49-F238E27FC236}">
                <a16:creationId xmlns:a16="http://schemas.microsoft.com/office/drawing/2014/main" id="{C8F6342D-B0A2-7A41-F375-AB544511B801}"/>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E50BE75A-62A8-4F1D-9395-2611336A8C84}"/>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1767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D7064-DDE0-C3FC-3ABE-C9EBA1C26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8784E-2F08-1947-36A7-B0D2264A92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62C85-9D3F-CF65-EF3D-84BD977290C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76E93F-F8C3-64F7-ED22-02B9984145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5AF4B5-3E5C-F84D-A668-6F62F852D3B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EAF2E673-A8D9-93F5-9EE2-0129F6731B8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4/10/2025</a:t>
            </a:r>
          </a:p>
        </p:txBody>
      </p:sp>
      <p:sp>
        <p:nvSpPr>
          <p:cNvPr id="6" name="Footer Placeholder 5">
            <a:extLst>
              <a:ext uri="{FF2B5EF4-FFF2-40B4-BE49-F238E27FC236}">
                <a16:creationId xmlns:a16="http://schemas.microsoft.com/office/drawing/2014/main" id="{4D88C53F-45E1-5A8C-2B91-2EB85C977256}"/>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3D0F4E1F-5972-395D-95E7-4F212F6329E2}"/>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32249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FC16D-47F9-3080-1FDD-87962B923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969397-AC20-19D0-27BE-26932B87B9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DBFD69-3DE6-A467-D232-37BD512AA9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FD2D83-EA25-CA16-FE04-E86CEAB91E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5AF4B5-3E5C-F84D-A668-6F62F852D3B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63FB7D72-910F-7663-858E-41692A62F806}"/>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4/10/2025</a:t>
            </a:r>
          </a:p>
        </p:txBody>
      </p:sp>
      <p:sp>
        <p:nvSpPr>
          <p:cNvPr id="6" name="Footer Placeholder 5">
            <a:extLst>
              <a:ext uri="{FF2B5EF4-FFF2-40B4-BE49-F238E27FC236}">
                <a16:creationId xmlns:a16="http://schemas.microsoft.com/office/drawing/2014/main" id="{185765F6-592F-2DA6-DD19-A9B30D4E4ABF}"/>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9B34BE47-F90B-B161-6E9C-AE1547A8224E}"/>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7999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0227F-1BAB-8DA0-DC57-0CF85CC73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03491-3D0E-C514-E1E9-8DF7CF827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AC888-CB98-0C61-0141-E045F3F4AA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365668F-4237-B70C-A579-7270C29503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5AF4B5-3E5C-F84D-A668-6F62F852D3B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57D2F3F1-C11A-4D66-F203-CA0F4BD3EF5D}"/>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4/10/2025</a:t>
            </a:r>
          </a:p>
        </p:txBody>
      </p:sp>
      <p:sp>
        <p:nvSpPr>
          <p:cNvPr id="6" name="Footer Placeholder 5">
            <a:extLst>
              <a:ext uri="{FF2B5EF4-FFF2-40B4-BE49-F238E27FC236}">
                <a16:creationId xmlns:a16="http://schemas.microsoft.com/office/drawing/2014/main" id="{ED06FF89-59BD-D57D-652C-5FBE8912429F}"/>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E701E572-7476-3BD5-D798-10750E6EF2D9}"/>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9376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D0797-39C8-A7AF-923B-906F81311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A75D9-2B64-4534-7988-E63007694C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85BED-0443-292A-4782-591A2D801D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71C864-2ED0-3BAC-12AB-B470B5CB47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5AF4B5-3E5C-F84D-A668-6F62F852D3B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Date Placeholder 4">
            <a:extLst>
              <a:ext uri="{FF2B5EF4-FFF2-40B4-BE49-F238E27FC236}">
                <a16:creationId xmlns:a16="http://schemas.microsoft.com/office/drawing/2014/main" id="{46FB0C1B-99B7-193D-9481-1EB08341793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4/10/2025</a:t>
            </a:r>
          </a:p>
        </p:txBody>
      </p:sp>
      <p:sp>
        <p:nvSpPr>
          <p:cNvPr id="6" name="Footer Placeholder 5">
            <a:extLst>
              <a:ext uri="{FF2B5EF4-FFF2-40B4-BE49-F238E27FC236}">
                <a16:creationId xmlns:a16="http://schemas.microsoft.com/office/drawing/2014/main" id="{22C2A509-36AA-0D60-A5E7-77715A06A72D}"/>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Header Placeholder 6">
            <a:extLst>
              <a:ext uri="{FF2B5EF4-FFF2-40B4-BE49-F238E27FC236}">
                <a16:creationId xmlns:a16="http://schemas.microsoft.com/office/drawing/2014/main" id="{CE29A10D-F0CA-C4F2-C00A-D230B3917AC3}"/>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9583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hyperlink" Target="https://www.hcltech.com/" TargetMode="External"/><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A9353-B437-604A-08BA-13DEF4D2F8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7F4532-84D0-4499-BECC-4D1B6508A2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954C90-93AC-18E7-4900-06C362FDE0E1}"/>
              </a:ext>
            </a:extLst>
          </p:cNvPr>
          <p:cNvSpPr>
            <a:spLocks noGrp="1"/>
          </p:cNvSpPr>
          <p:nvPr>
            <p:ph type="dt" sz="half" idx="10"/>
          </p:nvPr>
        </p:nvSpPr>
        <p:spPr/>
        <p:txBody>
          <a:bodyPr/>
          <a:lstStyle/>
          <a:p>
            <a:fld id="{694CD6C7-4011-4383-97C7-3BFBB5135084}" type="datetimeFigureOut">
              <a:rPr lang="en-US" smtClean="0"/>
              <a:t>10/7/2026</a:t>
            </a:fld>
            <a:endParaRPr lang="en-US"/>
          </a:p>
        </p:txBody>
      </p:sp>
      <p:sp>
        <p:nvSpPr>
          <p:cNvPr id="5" name="Footer Placeholder 4">
            <a:extLst>
              <a:ext uri="{FF2B5EF4-FFF2-40B4-BE49-F238E27FC236}">
                <a16:creationId xmlns:a16="http://schemas.microsoft.com/office/drawing/2014/main" id="{160C0B83-4B55-03E9-7A1B-BDDCA658FE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8867A3-4EA0-E436-209A-10A96EFA9599}"/>
              </a:ext>
            </a:extLst>
          </p:cNvPr>
          <p:cNvSpPr>
            <a:spLocks noGrp="1"/>
          </p:cNvSpPr>
          <p:nvPr>
            <p:ph type="sldNum" sz="quarter" idx="12"/>
          </p:nvPr>
        </p:nvSpPr>
        <p:spPr/>
        <p:txBody>
          <a:bodyPr/>
          <a:lstStyle/>
          <a:p>
            <a:fld id="{3742D5D3-5748-4A45-8A67-F7A71F56DADB}" type="slidenum">
              <a:rPr lang="en-US" smtClean="0"/>
              <a:t>‹#›</a:t>
            </a:fld>
            <a:endParaRPr lang="en-US"/>
          </a:p>
        </p:txBody>
      </p:sp>
    </p:spTree>
    <p:extLst>
      <p:ext uri="{BB962C8B-B14F-4D97-AF65-F5344CB8AC3E}">
        <p14:creationId xmlns:p14="http://schemas.microsoft.com/office/powerpoint/2010/main" val="1503716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51D5E-5DAD-FF66-0302-924E3D9DA7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09238A-81FD-DD21-8A88-6476290DFC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54724-D5E1-C312-77EA-9C235121BBCA}"/>
              </a:ext>
            </a:extLst>
          </p:cNvPr>
          <p:cNvSpPr>
            <a:spLocks noGrp="1"/>
          </p:cNvSpPr>
          <p:nvPr>
            <p:ph type="dt" sz="half" idx="10"/>
          </p:nvPr>
        </p:nvSpPr>
        <p:spPr/>
        <p:txBody>
          <a:bodyPr/>
          <a:lstStyle/>
          <a:p>
            <a:fld id="{694CD6C7-4011-4383-97C7-3BFBB5135084}" type="datetimeFigureOut">
              <a:rPr lang="en-US" smtClean="0"/>
              <a:t>10/7/2026</a:t>
            </a:fld>
            <a:endParaRPr lang="en-US"/>
          </a:p>
        </p:txBody>
      </p:sp>
      <p:sp>
        <p:nvSpPr>
          <p:cNvPr id="5" name="Footer Placeholder 4">
            <a:extLst>
              <a:ext uri="{FF2B5EF4-FFF2-40B4-BE49-F238E27FC236}">
                <a16:creationId xmlns:a16="http://schemas.microsoft.com/office/drawing/2014/main" id="{6B297E0B-5406-2FC1-DE69-6CC16365FC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8BC2A4-F70E-8EE7-41CA-118D67857F17}"/>
              </a:ext>
            </a:extLst>
          </p:cNvPr>
          <p:cNvSpPr>
            <a:spLocks noGrp="1"/>
          </p:cNvSpPr>
          <p:nvPr>
            <p:ph type="sldNum" sz="quarter" idx="12"/>
          </p:nvPr>
        </p:nvSpPr>
        <p:spPr/>
        <p:txBody>
          <a:bodyPr/>
          <a:lstStyle/>
          <a:p>
            <a:fld id="{3742D5D3-5748-4A45-8A67-F7A71F56DADB}" type="slidenum">
              <a:rPr lang="en-US" smtClean="0"/>
              <a:t>‹#›</a:t>
            </a:fld>
            <a:endParaRPr lang="en-US"/>
          </a:p>
        </p:txBody>
      </p:sp>
    </p:spTree>
    <p:extLst>
      <p:ext uri="{BB962C8B-B14F-4D97-AF65-F5344CB8AC3E}">
        <p14:creationId xmlns:p14="http://schemas.microsoft.com/office/powerpoint/2010/main" val="3177774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CE37C-7F25-E86A-B6D3-94ADAFBF0E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13F620-2A67-1A67-4062-097C192E8B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FE3890-3E5C-4DB7-8F4D-7578B215C7C7}"/>
              </a:ext>
            </a:extLst>
          </p:cNvPr>
          <p:cNvSpPr>
            <a:spLocks noGrp="1"/>
          </p:cNvSpPr>
          <p:nvPr>
            <p:ph type="dt" sz="half" idx="10"/>
          </p:nvPr>
        </p:nvSpPr>
        <p:spPr/>
        <p:txBody>
          <a:bodyPr/>
          <a:lstStyle/>
          <a:p>
            <a:fld id="{694CD6C7-4011-4383-97C7-3BFBB5135084}" type="datetimeFigureOut">
              <a:rPr lang="en-US" smtClean="0"/>
              <a:t>10/7/2026</a:t>
            </a:fld>
            <a:endParaRPr lang="en-US"/>
          </a:p>
        </p:txBody>
      </p:sp>
      <p:sp>
        <p:nvSpPr>
          <p:cNvPr id="5" name="Footer Placeholder 4">
            <a:extLst>
              <a:ext uri="{FF2B5EF4-FFF2-40B4-BE49-F238E27FC236}">
                <a16:creationId xmlns:a16="http://schemas.microsoft.com/office/drawing/2014/main" id="{3A053109-0F0A-1CDF-18E6-D4F31CBA0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F8060F-C60A-67C2-F5B4-9B8799AFC9E2}"/>
              </a:ext>
            </a:extLst>
          </p:cNvPr>
          <p:cNvSpPr>
            <a:spLocks noGrp="1"/>
          </p:cNvSpPr>
          <p:nvPr>
            <p:ph type="sldNum" sz="quarter" idx="12"/>
          </p:nvPr>
        </p:nvSpPr>
        <p:spPr/>
        <p:txBody>
          <a:bodyPr/>
          <a:lstStyle/>
          <a:p>
            <a:fld id="{3742D5D3-5748-4A45-8A67-F7A71F56DADB}" type="slidenum">
              <a:rPr lang="en-US" smtClean="0"/>
              <a:t>‹#›</a:t>
            </a:fld>
            <a:endParaRPr lang="en-US"/>
          </a:p>
        </p:txBody>
      </p:sp>
    </p:spTree>
    <p:extLst>
      <p:ext uri="{BB962C8B-B14F-4D97-AF65-F5344CB8AC3E}">
        <p14:creationId xmlns:p14="http://schemas.microsoft.com/office/powerpoint/2010/main" val="3097381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53AB6-7F28-2393-9BA4-2A32780019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A153AE-4E7B-B55F-A1D6-39F7F421DC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81E69C-CE6D-4821-78D4-CA6DEEB1A8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E431D8-BBBD-735F-D359-2DDAF71F52CA}"/>
              </a:ext>
            </a:extLst>
          </p:cNvPr>
          <p:cNvSpPr>
            <a:spLocks noGrp="1"/>
          </p:cNvSpPr>
          <p:nvPr>
            <p:ph type="dt" sz="half" idx="10"/>
          </p:nvPr>
        </p:nvSpPr>
        <p:spPr/>
        <p:txBody>
          <a:bodyPr/>
          <a:lstStyle/>
          <a:p>
            <a:fld id="{694CD6C7-4011-4383-97C7-3BFBB5135084}" type="datetimeFigureOut">
              <a:rPr lang="en-US" smtClean="0"/>
              <a:t>10/7/2026</a:t>
            </a:fld>
            <a:endParaRPr lang="en-US"/>
          </a:p>
        </p:txBody>
      </p:sp>
      <p:sp>
        <p:nvSpPr>
          <p:cNvPr id="6" name="Footer Placeholder 5">
            <a:extLst>
              <a:ext uri="{FF2B5EF4-FFF2-40B4-BE49-F238E27FC236}">
                <a16:creationId xmlns:a16="http://schemas.microsoft.com/office/drawing/2014/main" id="{69DBCE9F-9658-9487-1FE1-4A3744A961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9529D-08EE-FBDD-D1DD-88B983C10229}"/>
              </a:ext>
            </a:extLst>
          </p:cNvPr>
          <p:cNvSpPr>
            <a:spLocks noGrp="1"/>
          </p:cNvSpPr>
          <p:nvPr>
            <p:ph type="sldNum" sz="quarter" idx="12"/>
          </p:nvPr>
        </p:nvSpPr>
        <p:spPr/>
        <p:txBody>
          <a:bodyPr/>
          <a:lstStyle/>
          <a:p>
            <a:fld id="{3742D5D3-5748-4A45-8A67-F7A71F56DADB}" type="slidenum">
              <a:rPr lang="en-US" smtClean="0"/>
              <a:t>‹#›</a:t>
            </a:fld>
            <a:endParaRPr lang="en-US"/>
          </a:p>
        </p:txBody>
      </p:sp>
    </p:spTree>
    <p:extLst>
      <p:ext uri="{BB962C8B-B14F-4D97-AF65-F5344CB8AC3E}">
        <p14:creationId xmlns:p14="http://schemas.microsoft.com/office/powerpoint/2010/main" val="2278742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B2506-7631-3D81-CACF-31139926CE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6FCC1A-CBD8-44C1-AE13-5CDD1F0476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F534B1-9069-0154-E70D-E2BD0231EB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422475-8B8F-EE1D-F405-AB79EE1229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770ADD-4BF2-F8B9-2746-0BE5A64869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FF567C-0F2E-1C8C-3CFF-9B3B0A5C9B0A}"/>
              </a:ext>
            </a:extLst>
          </p:cNvPr>
          <p:cNvSpPr>
            <a:spLocks noGrp="1"/>
          </p:cNvSpPr>
          <p:nvPr>
            <p:ph type="dt" sz="half" idx="10"/>
          </p:nvPr>
        </p:nvSpPr>
        <p:spPr/>
        <p:txBody>
          <a:bodyPr/>
          <a:lstStyle/>
          <a:p>
            <a:fld id="{694CD6C7-4011-4383-97C7-3BFBB5135084}" type="datetimeFigureOut">
              <a:rPr lang="en-US" smtClean="0"/>
              <a:t>10/7/2026</a:t>
            </a:fld>
            <a:endParaRPr lang="en-US"/>
          </a:p>
        </p:txBody>
      </p:sp>
      <p:sp>
        <p:nvSpPr>
          <p:cNvPr id="8" name="Footer Placeholder 7">
            <a:extLst>
              <a:ext uri="{FF2B5EF4-FFF2-40B4-BE49-F238E27FC236}">
                <a16:creationId xmlns:a16="http://schemas.microsoft.com/office/drawing/2014/main" id="{3DA7D750-50E6-AD87-C826-8C2674A2B2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DBFC3C-A363-66DE-0DD7-71084AE70173}"/>
              </a:ext>
            </a:extLst>
          </p:cNvPr>
          <p:cNvSpPr>
            <a:spLocks noGrp="1"/>
          </p:cNvSpPr>
          <p:nvPr>
            <p:ph type="sldNum" sz="quarter" idx="12"/>
          </p:nvPr>
        </p:nvSpPr>
        <p:spPr/>
        <p:txBody>
          <a:bodyPr/>
          <a:lstStyle/>
          <a:p>
            <a:fld id="{3742D5D3-5748-4A45-8A67-F7A71F56DADB}" type="slidenum">
              <a:rPr lang="en-US" smtClean="0"/>
              <a:t>‹#›</a:t>
            </a:fld>
            <a:endParaRPr lang="en-US"/>
          </a:p>
        </p:txBody>
      </p:sp>
    </p:spTree>
    <p:extLst>
      <p:ext uri="{BB962C8B-B14F-4D97-AF65-F5344CB8AC3E}">
        <p14:creationId xmlns:p14="http://schemas.microsoft.com/office/powerpoint/2010/main" val="365297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C824A-6788-5C38-3381-92AC8E3BAF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318DE7-E5DA-8A27-2220-D5B487AA36C6}"/>
              </a:ext>
            </a:extLst>
          </p:cNvPr>
          <p:cNvSpPr>
            <a:spLocks noGrp="1"/>
          </p:cNvSpPr>
          <p:nvPr>
            <p:ph type="dt" sz="half" idx="10"/>
          </p:nvPr>
        </p:nvSpPr>
        <p:spPr/>
        <p:txBody>
          <a:bodyPr/>
          <a:lstStyle/>
          <a:p>
            <a:fld id="{694CD6C7-4011-4383-97C7-3BFBB5135084}" type="datetimeFigureOut">
              <a:rPr lang="en-US" smtClean="0"/>
              <a:t>10/7/2026</a:t>
            </a:fld>
            <a:endParaRPr lang="en-US"/>
          </a:p>
        </p:txBody>
      </p:sp>
      <p:sp>
        <p:nvSpPr>
          <p:cNvPr id="4" name="Footer Placeholder 3">
            <a:extLst>
              <a:ext uri="{FF2B5EF4-FFF2-40B4-BE49-F238E27FC236}">
                <a16:creationId xmlns:a16="http://schemas.microsoft.com/office/drawing/2014/main" id="{A847E392-8A98-C571-1D64-DDB2C39566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043596-94C2-53D9-C168-6DD7FC6430FD}"/>
              </a:ext>
            </a:extLst>
          </p:cNvPr>
          <p:cNvSpPr>
            <a:spLocks noGrp="1"/>
          </p:cNvSpPr>
          <p:nvPr>
            <p:ph type="sldNum" sz="quarter" idx="12"/>
          </p:nvPr>
        </p:nvSpPr>
        <p:spPr/>
        <p:txBody>
          <a:bodyPr/>
          <a:lstStyle/>
          <a:p>
            <a:fld id="{3742D5D3-5748-4A45-8A67-F7A71F56DADB}" type="slidenum">
              <a:rPr lang="en-US" smtClean="0"/>
              <a:t>‹#›</a:t>
            </a:fld>
            <a:endParaRPr lang="en-US"/>
          </a:p>
        </p:txBody>
      </p:sp>
    </p:spTree>
    <p:extLst>
      <p:ext uri="{BB962C8B-B14F-4D97-AF65-F5344CB8AC3E}">
        <p14:creationId xmlns:p14="http://schemas.microsoft.com/office/powerpoint/2010/main" val="1213789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EA5893-4AD6-4B21-EB88-E328AFD14CDE}"/>
              </a:ext>
            </a:extLst>
          </p:cNvPr>
          <p:cNvSpPr>
            <a:spLocks noGrp="1"/>
          </p:cNvSpPr>
          <p:nvPr>
            <p:ph type="dt" sz="half" idx="10"/>
          </p:nvPr>
        </p:nvSpPr>
        <p:spPr/>
        <p:txBody>
          <a:bodyPr/>
          <a:lstStyle/>
          <a:p>
            <a:fld id="{694CD6C7-4011-4383-97C7-3BFBB5135084}" type="datetimeFigureOut">
              <a:rPr lang="en-US" smtClean="0"/>
              <a:t>10/7/2026</a:t>
            </a:fld>
            <a:endParaRPr lang="en-US"/>
          </a:p>
        </p:txBody>
      </p:sp>
      <p:sp>
        <p:nvSpPr>
          <p:cNvPr id="3" name="Footer Placeholder 2">
            <a:extLst>
              <a:ext uri="{FF2B5EF4-FFF2-40B4-BE49-F238E27FC236}">
                <a16:creationId xmlns:a16="http://schemas.microsoft.com/office/drawing/2014/main" id="{4DAE02C9-C6E5-A166-C01D-88C666FBE1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5E47B3-A3C6-8CB2-C985-BBEB8EACF4A3}"/>
              </a:ext>
            </a:extLst>
          </p:cNvPr>
          <p:cNvSpPr>
            <a:spLocks noGrp="1"/>
          </p:cNvSpPr>
          <p:nvPr>
            <p:ph type="sldNum" sz="quarter" idx="12"/>
          </p:nvPr>
        </p:nvSpPr>
        <p:spPr/>
        <p:txBody>
          <a:bodyPr/>
          <a:lstStyle/>
          <a:p>
            <a:fld id="{3742D5D3-5748-4A45-8A67-F7A71F56DADB}" type="slidenum">
              <a:rPr lang="en-US" smtClean="0"/>
              <a:t>‹#›</a:t>
            </a:fld>
            <a:endParaRPr lang="en-US"/>
          </a:p>
        </p:txBody>
      </p:sp>
    </p:spTree>
    <p:extLst>
      <p:ext uri="{BB962C8B-B14F-4D97-AF65-F5344CB8AC3E}">
        <p14:creationId xmlns:p14="http://schemas.microsoft.com/office/powerpoint/2010/main" val="3634336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D930F-85CC-A988-9102-FDD55CF338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41FA21-022F-4098-A6DB-E245ABC58D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AA0F0A-871E-218C-EB18-89FD61209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81B369-36CC-390C-22D3-B737B5519D1A}"/>
              </a:ext>
            </a:extLst>
          </p:cNvPr>
          <p:cNvSpPr>
            <a:spLocks noGrp="1"/>
          </p:cNvSpPr>
          <p:nvPr>
            <p:ph type="dt" sz="half" idx="10"/>
          </p:nvPr>
        </p:nvSpPr>
        <p:spPr/>
        <p:txBody>
          <a:bodyPr/>
          <a:lstStyle/>
          <a:p>
            <a:fld id="{694CD6C7-4011-4383-97C7-3BFBB5135084}" type="datetimeFigureOut">
              <a:rPr lang="en-US" smtClean="0"/>
              <a:t>10/7/2026</a:t>
            </a:fld>
            <a:endParaRPr lang="en-US"/>
          </a:p>
        </p:txBody>
      </p:sp>
      <p:sp>
        <p:nvSpPr>
          <p:cNvPr id="6" name="Footer Placeholder 5">
            <a:extLst>
              <a:ext uri="{FF2B5EF4-FFF2-40B4-BE49-F238E27FC236}">
                <a16:creationId xmlns:a16="http://schemas.microsoft.com/office/drawing/2014/main" id="{9CE82FB9-B7A8-CCDA-C272-E0463DE13A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32D059-01F6-BA40-49EE-554913594AB8}"/>
              </a:ext>
            </a:extLst>
          </p:cNvPr>
          <p:cNvSpPr>
            <a:spLocks noGrp="1"/>
          </p:cNvSpPr>
          <p:nvPr>
            <p:ph type="sldNum" sz="quarter" idx="12"/>
          </p:nvPr>
        </p:nvSpPr>
        <p:spPr/>
        <p:txBody>
          <a:bodyPr/>
          <a:lstStyle/>
          <a:p>
            <a:fld id="{3742D5D3-5748-4A45-8A67-F7A71F56DADB}" type="slidenum">
              <a:rPr lang="en-US" smtClean="0"/>
              <a:t>‹#›</a:t>
            </a:fld>
            <a:endParaRPr lang="en-US"/>
          </a:p>
        </p:txBody>
      </p:sp>
    </p:spTree>
    <p:extLst>
      <p:ext uri="{BB962C8B-B14F-4D97-AF65-F5344CB8AC3E}">
        <p14:creationId xmlns:p14="http://schemas.microsoft.com/office/powerpoint/2010/main" val="3540990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19192-C54F-BA7B-2133-1C29106FE4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36380DE-83CE-8EB6-7E44-A58E5956CD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340E72-525B-926C-D7C0-6021D70D9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24717C-CBE1-B686-215C-8631A25A8E54}"/>
              </a:ext>
            </a:extLst>
          </p:cNvPr>
          <p:cNvSpPr>
            <a:spLocks noGrp="1"/>
          </p:cNvSpPr>
          <p:nvPr>
            <p:ph type="dt" sz="half" idx="10"/>
          </p:nvPr>
        </p:nvSpPr>
        <p:spPr/>
        <p:txBody>
          <a:bodyPr/>
          <a:lstStyle/>
          <a:p>
            <a:fld id="{694CD6C7-4011-4383-97C7-3BFBB5135084}" type="datetimeFigureOut">
              <a:rPr lang="en-US" smtClean="0"/>
              <a:t>10/7/2026</a:t>
            </a:fld>
            <a:endParaRPr lang="en-US"/>
          </a:p>
        </p:txBody>
      </p:sp>
      <p:sp>
        <p:nvSpPr>
          <p:cNvPr id="6" name="Footer Placeholder 5">
            <a:extLst>
              <a:ext uri="{FF2B5EF4-FFF2-40B4-BE49-F238E27FC236}">
                <a16:creationId xmlns:a16="http://schemas.microsoft.com/office/drawing/2014/main" id="{025C1C75-8A5D-78BA-B54F-4C3DF82D65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A1ED93-2E72-A8FB-14B8-9483F53E2420}"/>
              </a:ext>
            </a:extLst>
          </p:cNvPr>
          <p:cNvSpPr>
            <a:spLocks noGrp="1"/>
          </p:cNvSpPr>
          <p:nvPr>
            <p:ph type="sldNum" sz="quarter" idx="12"/>
          </p:nvPr>
        </p:nvSpPr>
        <p:spPr/>
        <p:txBody>
          <a:bodyPr/>
          <a:lstStyle/>
          <a:p>
            <a:fld id="{3742D5D3-5748-4A45-8A67-F7A71F56DADB}" type="slidenum">
              <a:rPr lang="en-US" smtClean="0"/>
              <a:t>‹#›</a:t>
            </a:fld>
            <a:endParaRPr lang="en-US"/>
          </a:p>
        </p:txBody>
      </p:sp>
    </p:spTree>
    <p:extLst>
      <p:ext uri="{BB962C8B-B14F-4D97-AF65-F5344CB8AC3E}">
        <p14:creationId xmlns:p14="http://schemas.microsoft.com/office/powerpoint/2010/main" val="762624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1B1F8-707B-CF03-40FF-23BAC1B21F3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2097E6-A5E9-E919-7F1C-03E3B1F246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5CC9E9-777F-1542-D0D4-DC65469F20C8}"/>
              </a:ext>
            </a:extLst>
          </p:cNvPr>
          <p:cNvSpPr>
            <a:spLocks noGrp="1"/>
          </p:cNvSpPr>
          <p:nvPr>
            <p:ph type="dt" sz="half" idx="10"/>
          </p:nvPr>
        </p:nvSpPr>
        <p:spPr/>
        <p:txBody>
          <a:bodyPr/>
          <a:lstStyle/>
          <a:p>
            <a:fld id="{694CD6C7-4011-4383-97C7-3BFBB5135084}" type="datetimeFigureOut">
              <a:rPr lang="en-US" smtClean="0"/>
              <a:t>10/7/2026</a:t>
            </a:fld>
            <a:endParaRPr lang="en-US"/>
          </a:p>
        </p:txBody>
      </p:sp>
      <p:sp>
        <p:nvSpPr>
          <p:cNvPr id="5" name="Footer Placeholder 4">
            <a:extLst>
              <a:ext uri="{FF2B5EF4-FFF2-40B4-BE49-F238E27FC236}">
                <a16:creationId xmlns:a16="http://schemas.microsoft.com/office/drawing/2014/main" id="{31EA1D6D-2852-F933-6B22-E29B2F470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A0C55B-D2BF-D293-096F-C6C5E2F8B07D}"/>
              </a:ext>
            </a:extLst>
          </p:cNvPr>
          <p:cNvSpPr>
            <a:spLocks noGrp="1"/>
          </p:cNvSpPr>
          <p:nvPr>
            <p:ph type="sldNum" sz="quarter" idx="12"/>
          </p:nvPr>
        </p:nvSpPr>
        <p:spPr/>
        <p:txBody>
          <a:bodyPr/>
          <a:lstStyle/>
          <a:p>
            <a:fld id="{3742D5D3-5748-4A45-8A67-F7A71F56DADB}" type="slidenum">
              <a:rPr lang="en-US" smtClean="0"/>
              <a:t>‹#›</a:t>
            </a:fld>
            <a:endParaRPr lang="en-US"/>
          </a:p>
        </p:txBody>
      </p:sp>
    </p:spTree>
    <p:extLst>
      <p:ext uri="{BB962C8B-B14F-4D97-AF65-F5344CB8AC3E}">
        <p14:creationId xmlns:p14="http://schemas.microsoft.com/office/powerpoint/2010/main" val="1166465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0396C6-29DE-68CC-801E-4130E66479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F8FAE1-2D67-152F-84B4-52C9560388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4703BD-8260-A466-F1B2-9C69A82EA66D}"/>
              </a:ext>
            </a:extLst>
          </p:cNvPr>
          <p:cNvSpPr>
            <a:spLocks noGrp="1"/>
          </p:cNvSpPr>
          <p:nvPr>
            <p:ph type="dt" sz="half" idx="10"/>
          </p:nvPr>
        </p:nvSpPr>
        <p:spPr/>
        <p:txBody>
          <a:bodyPr/>
          <a:lstStyle/>
          <a:p>
            <a:fld id="{694CD6C7-4011-4383-97C7-3BFBB5135084}" type="datetimeFigureOut">
              <a:rPr lang="en-US" smtClean="0"/>
              <a:t>10/7/2026</a:t>
            </a:fld>
            <a:endParaRPr lang="en-US"/>
          </a:p>
        </p:txBody>
      </p:sp>
      <p:sp>
        <p:nvSpPr>
          <p:cNvPr id="5" name="Footer Placeholder 4">
            <a:extLst>
              <a:ext uri="{FF2B5EF4-FFF2-40B4-BE49-F238E27FC236}">
                <a16:creationId xmlns:a16="http://schemas.microsoft.com/office/drawing/2014/main" id="{BD3F02F5-EB1E-FE54-FA96-D97F527A39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8A4225-3477-1862-0182-3463102BBB55}"/>
              </a:ext>
            </a:extLst>
          </p:cNvPr>
          <p:cNvSpPr>
            <a:spLocks noGrp="1"/>
          </p:cNvSpPr>
          <p:nvPr>
            <p:ph type="sldNum" sz="quarter" idx="12"/>
          </p:nvPr>
        </p:nvSpPr>
        <p:spPr/>
        <p:txBody>
          <a:bodyPr/>
          <a:lstStyle/>
          <a:p>
            <a:fld id="{3742D5D3-5748-4A45-8A67-F7A71F56DADB}" type="slidenum">
              <a:rPr lang="en-US" smtClean="0"/>
              <a:t>‹#›</a:t>
            </a:fld>
            <a:endParaRPr lang="en-US"/>
          </a:p>
        </p:txBody>
      </p:sp>
    </p:spTree>
    <p:extLst>
      <p:ext uri="{BB962C8B-B14F-4D97-AF65-F5344CB8AC3E}">
        <p14:creationId xmlns:p14="http://schemas.microsoft.com/office/powerpoint/2010/main" val="2329894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Cover – Speed (Dark)">
    <p:bg>
      <p:bgPr>
        <a:gradFill>
          <a:gsLst>
            <a:gs pos="22000">
              <a:schemeClr val="bg2"/>
            </a:gs>
            <a:gs pos="81000">
              <a:schemeClr val="accent4"/>
            </a:gs>
            <a:gs pos="100000">
              <a:schemeClr val="accent5"/>
            </a:gs>
          </a:gsLst>
          <a:lin ang="18900000" scaled="0"/>
        </a:gradFill>
        <a:effectLst/>
      </p:bgPr>
    </p:bg>
    <p:spTree>
      <p:nvGrpSpPr>
        <p:cNvPr id="1" name=""/>
        <p:cNvGrpSpPr/>
        <p:nvPr/>
      </p:nvGrpSpPr>
      <p:grpSpPr>
        <a:xfrm>
          <a:off x="0" y="0"/>
          <a:ext cx="0" cy="0"/>
          <a:chOff x="0" y="0"/>
          <a:chExt cx="0" cy="0"/>
        </a:xfrm>
      </p:grpSpPr>
      <p:pic>
        <p:nvPicPr>
          <p:cNvPr id="6" name="Beam Behaviours | Speed (Dark)" descr="Beam Behaviours | Speed">
            <a:extLst>
              <a:ext uri="{FF2B5EF4-FFF2-40B4-BE49-F238E27FC236}">
                <a16:creationId xmlns:a16="http://schemas.microsoft.com/office/drawing/2014/main" id="{795123C0-516F-A2F5-08F6-5CE18BBA49B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HCLTech | Supercharged Progress" descr="HCLTech | Supercharged Progress">
            <a:extLst>
              <a:ext uri="{FF2B5EF4-FFF2-40B4-BE49-F238E27FC236}">
                <a16:creationId xmlns:a16="http://schemas.microsoft.com/office/drawing/2014/main" id="{6D944A14-5E2B-02AE-1A6E-B9FF42579FAD}"/>
              </a:ext>
            </a:extLst>
          </p:cNvPr>
          <p:cNvPicPr/>
          <p:nvPr/>
        </p:nvPicPr>
        <p:blipFill>
          <a:blip r:embed="rId3">
            <a:extLst>
              <a:ext uri="{28A0092B-C50C-407E-A947-70E740481C1C}">
                <a14:useLocalDpi xmlns:a14="http://schemas.microsoft.com/office/drawing/2010/main" val="0"/>
              </a:ext>
            </a:extLst>
          </a:blip>
          <a:stretch>
            <a:fillRect/>
          </a:stretch>
        </p:blipFill>
        <p:spPr>
          <a:xfrm>
            <a:off x="898095" y="505905"/>
            <a:ext cx="3960000" cy="441432"/>
          </a:xfrm>
          <a:prstGeom prst="rect">
            <a:avLst/>
          </a:prstGeom>
        </p:spPr>
      </p:pic>
      <p:sp>
        <p:nvSpPr>
          <p:cNvPr id="2" name="Title 1">
            <a:extLst>
              <a:ext uri="{FF2B5EF4-FFF2-40B4-BE49-F238E27FC236}">
                <a16:creationId xmlns:a16="http://schemas.microsoft.com/office/drawing/2014/main" id="{353DD4C2-A4AB-853E-8AD7-21CFC39DEC23}"/>
              </a:ext>
            </a:extLst>
          </p:cNvPr>
          <p:cNvSpPr>
            <a:spLocks noGrp="1"/>
          </p:cNvSpPr>
          <p:nvPr>
            <p:ph type="ctrTitle" hasCustomPrompt="1"/>
          </p:nvPr>
        </p:nvSpPr>
        <p:spPr>
          <a:xfrm>
            <a:off x="849599" y="2499865"/>
            <a:ext cx="7722000" cy="1255728"/>
          </a:xfrm>
        </p:spPr>
        <p:txBody>
          <a:bodyPr anchor="b"/>
          <a:lstStyle>
            <a:lvl1pPr algn="l">
              <a:defRPr sz="4800" b="0">
                <a:latin typeface="+mn-lt"/>
              </a:defRPr>
            </a:lvl1pPr>
          </a:lstStyle>
          <a:p>
            <a:r>
              <a:rPr lang="en-US"/>
              <a:t>Insert title maximum two lines </a:t>
            </a:r>
          </a:p>
        </p:txBody>
      </p:sp>
      <p:sp>
        <p:nvSpPr>
          <p:cNvPr id="3" name="Subtitle 2">
            <a:extLst>
              <a:ext uri="{FF2B5EF4-FFF2-40B4-BE49-F238E27FC236}">
                <a16:creationId xmlns:a16="http://schemas.microsoft.com/office/drawing/2014/main" id="{65F9DF0B-C769-D88B-64AE-52A7B862C01D}"/>
              </a:ext>
            </a:extLst>
          </p:cNvPr>
          <p:cNvSpPr>
            <a:spLocks noGrp="1"/>
          </p:cNvSpPr>
          <p:nvPr>
            <p:ph type="subTitle" idx="1" hasCustomPrompt="1"/>
          </p:nvPr>
        </p:nvSpPr>
        <p:spPr>
          <a:xfrm>
            <a:off x="874799" y="3601465"/>
            <a:ext cx="7722000" cy="732848"/>
          </a:xfrm>
        </p:spPr>
        <p:txBody>
          <a:bodyPr wrap="square" tIns="360000">
            <a:spAutoFit/>
          </a:bodyPr>
          <a:lstStyle>
            <a:lvl1pPr marL="0" indent="0" algn="l">
              <a:buNone/>
              <a:defRPr sz="2400" b="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cover subtitle </a:t>
            </a:r>
          </a:p>
        </p:txBody>
      </p:sp>
      <p:sp>
        <p:nvSpPr>
          <p:cNvPr id="10" name="Presenter or Date">
            <a:extLst>
              <a:ext uri="{FF2B5EF4-FFF2-40B4-BE49-F238E27FC236}">
                <a16:creationId xmlns:a16="http://schemas.microsoft.com/office/drawing/2014/main" id="{9EF01C2A-B233-57B2-E49A-13334B681EA9}"/>
              </a:ext>
            </a:extLst>
          </p:cNvPr>
          <p:cNvSpPr>
            <a:spLocks noGrp="1"/>
          </p:cNvSpPr>
          <p:nvPr>
            <p:ph type="body" sz="quarter" idx="10" hasCustomPrompt="1"/>
          </p:nvPr>
        </p:nvSpPr>
        <p:spPr>
          <a:xfrm>
            <a:off x="877666" y="5734800"/>
            <a:ext cx="4799012" cy="276999"/>
          </a:xfrm>
        </p:spPr>
        <p:txBody>
          <a:bodyPr anchor="b">
            <a:spAutoFit/>
          </a:bodyPr>
          <a:lstStyle>
            <a:lvl1pPr>
              <a:defRPr sz="1800" b="0">
                <a:latin typeface="+mn-lt"/>
              </a:defRPr>
            </a:lvl1pPr>
          </a:lstStyle>
          <a:p>
            <a:pPr lvl="0"/>
            <a:r>
              <a:rPr lang="en-US"/>
              <a:t>Presenter or date</a:t>
            </a:r>
          </a:p>
        </p:txBody>
      </p:sp>
    </p:spTree>
    <p:extLst>
      <p:ext uri="{BB962C8B-B14F-4D97-AF65-F5344CB8AC3E}">
        <p14:creationId xmlns:p14="http://schemas.microsoft.com/office/powerpoint/2010/main" val="262223546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End plate – (Dark)">
    <p:bg>
      <p:bgPr>
        <a:gradFill>
          <a:gsLst>
            <a:gs pos="22000">
              <a:schemeClr val="bg2"/>
            </a:gs>
            <a:gs pos="81000">
              <a:schemeClr val="accent4"/>
            </a:gs>
            <a:gs pos="100000">
              <a:schemeClr val="accent5"/>
            </a:gs>
          </a:gsLst>
          <a:lin ang="18900000" scaled="0"/>
        </a:gradFill>
        <a:effectLst/>
      </p:bgPr>
    </p:bg>
    <p:spTree>
      <p:nvGrpSpPr>
        <p:cNvPr id="1" name=""/>
        <p:cNvGrpSpPr/>
        <p:nvPr/>
      </p:nvGrpSpPr>
      <p:grpSpPr>
        <a:xfrm>
          <a:off x="0" y="0"/>
          <a:ext cx="0" cy="0"/>
          <a:chOff x="0" y="0"/>
          <a:chExt cx="0" cy="0"/>
        </a:xfrm>
      </p:grpSpPr>
      <p:pic>
        <p:nvPicPr>
          <p:cNvPr id="5" name="hcltech.com" descr="HCLTech Website">
            <a:hlinkClick r:id="rId2"/>
            <a:extLst>
              <a:ext uri="{FF2B5EF4-FFF2-40B4-BE49-F238E27FC236}">
                <a16:creationId xmlns:a16="http://schemas.microsoft.com/office/drawing/2014/main" id="{ABBC54C9-7B31-169B-8D9C-E67E0E58F7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88857" y="6071774"/>
            <a:ext cx="1414286" cy="180000"/>
          </a:xfrm>
          <a:prstGeom prst="rect">
            <a:avLst/>
          </a:prstGeom>
        </p:spPr>
      </p:pic>
      <p:pic>
        <p:nvPicPr>
          <p:cNvPr id="8" name="HCLTech | Supercharged Progress" descr="HCLTech | Supercharged Progress">
            <a:extLst>
              <a:ext uri="{FF2B5EF4-FFF2-40B4-BE49-F238E27FC236}">
                <a16:creationId xmlns:a16="http://schemas.microsoft.com/office/drawing/2014/main" id="{1C3E63F2-E43D-E65A-724B-FB7D1E3780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60000" y="3124010"/>
            <a:ext cx="5472000" cy="609979"/>
          </a:xfrm>
          <a:prstGeom prst="rect">
            <a:avLst/>
          </a:prstGeom>
        </p:spPr>
      </p:pic>
    </p:spTree>
    <p:extLst>
      <p:ext uri="{BB962C8B-B14F-4D97-AF65-F5344CB8AC3E}">
        <p14:creationId xmlns:p14="http://schemas.microsoft.com/office/powerpoint/2010/main" val="248826744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9F6B91-302B-4662-761B-8A2DA4A953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8DFF37-2362-EC45-75B8-F0FCD95308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318349-0E8E-3B7D-2E73-3C7D29C048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4CD6C7-4011-4383-97C7-3BFBB5135084}" type="datetimeFigureOut">
              <a:rPr lang="en-US" smtClean="0"/>
              <a:t>10/7/2026</a:t>
            </a:fld>
            <a:endParaRPr lang="en-US"/>
          </a:p>
        </p:txBody>
      </p:sp>
      <p:sp>
        <p:nvSpPr>
          <p:cNvPr id="5" name="Footer Placeholder 4">
            <a:extLst>
              <a:ext uri="{FF2B5EF4-FFF2-40B4-BE49-F238E27FC236}">
                <a16:creationId xmlns:a16="http://schemas.microsoft.com/office/drawing/2014/main" id="{F92A7239-6C91-81E7-F75F-DE6414AC35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53BC014-6D72-AC57-DE5A-6DB7BD2343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42D5D3-5748-4A45-8A67-F7A71F56DADB}" type="slidenum">
              <a:rPr lang="en-US" smtClean="0"/>
              <a:t>‹#›</a:t>
            </a:fld>
            <a:endParaRPr lang="en-US"/>
          </a:p>
        </p:txBody>
      </p:sp>
      <p:sp>
        <p:nvSpPr>
          <p:cNvPr id="8" name="TextBox 7">
            <a:extLst>
              <a:ext uri="{FF2B5EF4-FFF2-40B4-BE49-F238E27FC236}">
                <a16:creationId xmlns:a16="http://schemas.microsoft.com/office/drawing/2014/main" id="{F6CD40E3-7A56-F3D6-EBDF-0CC895D7988E}"/>
              </a:ext>
            </a:extLst>
          </p:cNvPr>
          <p:cNvSpPr txBox="1"/>
          <p:nvPr userDrawn="1">
            <p:extLst>
              <p:ext uri="{1162E1C5-73C7-4A58-AE30-91384D911F3F}">
                <p184:classification xmlns:p184="http://schemas.microsoft.com/office/powerpoint/2018/4/main" val="hdr"/>
              </p:ext>
            </p:extLst>
          </p:nvPr>
        </p:nvSpPr>
        <p:spPr>
          <a:xfrm>
            <a:off x="63500" y="63500"/>
            <a:ext cx="1270000"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Classification: Internal</a:t>
            </a:r>
          </a:p>
        </p:txBody>
      </p:sp>
    </p:spTree>
    <p:extLst>
      <p:ext uri="{BB962C8B-B14F-4D97-AF65-F5344CB8AC3E}">
        <p14:creationId xmlns:p14="http://schemas.microsoft.com/office/powerpoint/2010/main" val="2156717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svg"/><Relationship Id="rId9" Type="http://schemas.openxmlformats.org/officeDocument/2006/relationships/image" Target="../media/image11.jpe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emf"/><Relationship Id="rId4" Type="http://schemas.openxmlformats.org/officeDocument/2006/relationships/image" Target="../media/image18.emf"/></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A7C14-DD96-8F22-58F4-94EEC19A36D0}"/>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69E8AD3B-8B90-4C39-5EBE-0324752BB50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432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3">
            <a:extLst>
              <a:ext uri="{FF2B5EF4-FFF2-40B4-BE49-F238E27FC236}">
                <a16:creationId xmlns:a16="http://schemas.microsoft.com/office/drawing/2014/main" id="{9D668DDB-E74C-338B-D3D9-06C6CCD95DBF}"/>
              </a:ext>
            </a:extLst>
          </p:cNvPr>
          <p:cNvSpPr>
            <a:spLocks noGrp="1"/>
          </p:cNvSpPr>
          <p:nvPr>
            <p:ph type="ctrTitle"/>
          </p:nvPr>
        </p:nvSpPr>
        <p:spPr>
          <a:xfrm>
            <a:off x="877666" y="2092520"/>
            <a:ext cx="8636448" cy="641394"/>
          </a:xfrm>
        </p:spPr>
        <p:txBody>
          <a:bodyPr>
            <a:normAutofit fontScale="90000"/>
          </a:bodyPr>
          <a:lstStyle/>
          <a:p>
            <a:r>
              <a:rPr lang="en-US"/>
              <a:t>HCLTech’ s Solution Approach</a:t>
            </a:r>
            <a:endParaRPr lang="en-AU"/>
          </a:p>
        </p:txBody>
      </p:sp>
      <p:sp>
        <p:nvSpPr>
          <p:cNvPr id="3" name="Title 13">
            <a:extLst>
              <a:ext uri="{FF2B5EF4-FFF2-40B4-BE49-F238E27FC236}">
                <a16:creationId xmlns:a16="http://schemas.microsoft.com/office/drawing/2014/main" id="{02E4622F-8166-3B1A-8BE4-81FA17EFBFB7}"/>
              </a:ext>
            </a:extLst>
          </p:cNvPr>
          <p:cNvSpPr txBox="1">
            <a:spLocks/>
          </p:cNvSpPr>
          <p:nvPr/>
        </p:nvSpPr>
        <p:spPr>
          <a:xfrm>
            <a:off x="877666" y="3599194"/>
            <a:ext cx="8636448" cy="1046440"/>
          </a:xfrm>
          <a:prstGeom prst="rect">
            <a:avLst/>
          </a:prstGeom>
        </p:spPr>
        <p:txBody>
          <a:bodyPr vert="horz" wrap="square" lIns="0" tIns="0" rIns="0" bIns="0" rtlCol="0" anchor="b" anchorCtr="0">
            <a:spAutoFit/>
          </a:bodyPr>
          <a:lstStyle>
            <a:lvl1pPr algn="l" defTabSz="914400" rtl="0" eaLnBrk="1" latinLnBrk="0" hangingPunct="1">
              <a:lnSpc>
                <a:spcPct val="85000"/>
              </a:lnSpc>
              <a:spcBef>
                <a:spcPct val="0"/>
              </a:spcBef>
              <a:buNone/>
              <a:defRPr sz="4800" b="0" kern="1200">
                <a:solidFill>
                  <a:schemeClr val="tx1"/>
                </a:solidFill>
                <a:latin typeface="+mn-lt"/>
                <a:ea typeface="+mj-ea"/>
                <a:cs typeface="+mj-cs"/>
              </a:defRPr>
            </a:lvl1pPr>
          </a:lstStyle>
          <a:p>
            <a:r>
              <a:rPr lang="en-US" sz="4000"/>
              <a:t>LAM  – </a:t>
            </a:r>
            <a:r>
              <a:rPr lang="en-US" sz="4000">
                <a:cs typeface="Calibri" panose="020F0502020204030204" pitchFamily="34" charset="0"/>
              </a:rPr>
              <a:t>TV Request Management System</a:t>
            </a:r>
            <a:endParaRPr lang="en-AU" sz="4000"/>
          </a:p>
        </p:txBody>
      </p:sp>
      <p:sp>
        <p:nvSpPr>
          <p:cNvPr id="6" name="Text Placeholder 5">
            <a:extLst>
              <a:ext uri="{FF2B5EF4-FFF2-40B4-BE49-F238E27FC236}">
                <a16:creationId xmlns:a16="http://schemas.microsoft.com/office/drawing/2014/main" id="{5B5494DE-5D86-5637-853E-F3F9AD562FD7}"/>
              </a:ext>
            </a:extLst>
          </p:cNvPr>
          <p:cNvSpPr>
            <a:spLocks noGrp="1"/>
          </p:cNvSpPr>
          <p:nvPr>
            <p:ph type="body" sz="quarter" idx="10"/>
          </p:nvPr>
        </p:nvSpPr>
        <p:spPr/>
        <p:txBody>
          <a:bodyPr/>
          <a:lstStyle/>
          <a:p>
            <a:r>
              <a:rPr lang="en-US"/>
              <a:t>September 2026</a:t>
            </a:r>
          </a:p>
        </p:txBody>
      </p:sp>
    </p:spTree>
    <p:extLst>
      <p:ext uri="{BB962C8B-B14F-4D97-AF65-F5344CB8AC3E}">
        <p14:creationId xmlns:p14="http://schemas.microsoft.com/office/powerpoint/2010/main" val="85104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983CC-50F6-BF13-A326-5E14D01FD26A}"/>
            </a:ext>
          </a:extLst>
        </p:cNvPr>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1E3F1986-4969-AFC6-0891-42FE425BF676}"/>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Copyright © </a:t>
            </a:r>
            <a:r>
              <a:rPr lang="en-US">
                <a:solidFill>
                  <a:srgbClr val="000000">
                    <a:alpha val="50000"/>
                  </a:srgbClr>
                </a:solidFill>
                <a:latin typeface="HCLTech Roobert Light"/>
              </a:rPr>
              <a:t>2026</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a:t>
            </a:r>
            <a:r>
              <a:rPr kumimoji="0" lang="en-US" sz="800" b="0" i="0" u="none" strike="noStrike" kern="1200" cap="none" spc="0" normalizeH="0" baseline="0" noProof="0" err="1">
                <a:ln>
                  <a:noFill/>
                </a:ln>
                <a:solidFill>
                  <a:srgbClr val="000000">
                    <a:alpha val="50000"/>
                  </a:srgbClr>
                </a:solidFill>
                <a:effectLst/>
                <a:uLnTx/>
                <a:uFillTx/>
                <a:latin typeface="HCLTech Roobert Light"/>
                <a:ea typeface="+mn-ea"/>
                <a:cs typeface="+mn-cs"/>
              </a:rPr>
              <a:t>HCLTech</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 Confidential</a:t>
            </a:r>
          </a:p>
        </p:txBody>
      </p:sp>
      <p:sp>
        <p:nvSpPr>
          <p:cNvPr id="12" name="Slide Number Placeholder 11">
            <a:extLst>
              <a:ext uri="{FF2B5EF4-FFF2-40B4-BE49-F238E27FC236}">
                <a16:creationId xmlns:a16="http://schemas.microsoft.com/office/drawing/2014/main" id="{BB78A848-6266-B6C2-1B12-B81DB410F912}"/>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E577F39-B882-FB4F-BD46-95C2A231B68A}" type="slidenum">
              <a:rPr kumimoji="0" lang="en-US" sz="800" b="0" i="0" u="none" strike="noStrike" kern="1200" cap="none" spc="0" normalizeH="0" baseline="0" noProof="0" smtClean="0">
                <a:ln>
                  <a:noFill/>
                </a:ln>
                <a:solidFill>
                  <a:srgbClr val="000000">
                    <a:alpha val="50000"/>
                  </a:srgbClr>
                </a:solidFill>
                <a:effectLst/>
                <a:uLnTx/>
                <a:uFillTx/>
                <a:latin typeface="HCLTech Roobert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endParaRPr>
          </a:p>
        </p:txBody>
      </p:sp>
      <p:graphicFrame>
        <p:nvGraphicFramePr>
          <p:cNvPr id="5" name="Table 4">
            <a:extLst>
              <a:ext uri="{FF2B5EF4-FFF2-40B4-BE49-F238E27FC236}">
                <a16:creationId xmlns:a16="http://schemas.microsoft.com/office/drawing/2014/main" id="{756C1346-7165-8485-CC6A-CC0D04D56A3B}"/>
              </a:ext>
            </a:extLst>
          </p:cNvPr>
          <p:cNvGraphicFramePr>
            <a:graphicFrameLocks noGrp="1"/>
          </p:cNvGraphicFramePr>
          <p:nvPr/>
        </p:nvGraphicFramePr>
        <p:xfrm>
          <a:off x="5032936" y="1537310"/>
          <a:ext cx="6716612" cy="3752009"/>
        </p:xfrm>
        <a:graphic>
          <a:graphicData uri="http://schemas.openxmlformats.org/drawingml/2006/table">
            <a:tbl>
              <a:tblPr firstRow="1" bandRow="1">
                <a:tableStyleId>{2D5ABB26-0587-4C30-8999-92F81FD0307C}</a:tableStyleId>
              </a:tblPr>
              <a:tblGrid>
                <a:gridCol w="6716612">
                  <a:extLst>
                    <a:ext uri="{9D8B030D-6E8A-4147-A177-3AD203B41FA5}">
                      <a16:colId xmlns:a16="http://schemas.microsoft.com/office/drawing/2014/main" val="1451733573"/>
                    </a:ext>
                  </a:extLst>
                </a:gridCol>
              </a:tblGrid>
              <a:tr h="541723">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1800" b="1" i="0" u="none" strike="noStrike" kern="1200" cap="none" spc="0" normalizeH="0" baseline="0" noProof="0">
                          <a:ln>
                            <a:noFill/>
                          </a:ln>
                          <a:solidFill>
                            <a:schemeClr val="tx1"/>
                          </a:solidFill>
                          <a:effectLst/>
                          <a:uLnTx/>
                          <a:uFillTx/>
                          <a:latin typeface="HCLTech Roobert" pitchFamily="50" charset="0"/>
                          <a:ea typeface="+mn-ea"/>
                          <a:cs typeface="HCLTech Roobert" pitchFamily="50" charset="0"/>
                        </a:rPr>
                        <a:t>1. Our Understanding of Objectives &amp; Scope </a:t>
                      </a:r>
                    </a:p>
                  </a:txBody>
                  <a:tcPr marL="91422" marR="91422"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11785476"/>
                  </a:ext>
                </a:extLst>
              </a:tr>
              <a:tr h="541723">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1800" b="1" i="0" u="none" strike="noStrike" kern="1200" cap="none" spc="0" normalizeH="0" baseline="0" noProof="0">
                          <a:ln>
                            <a:noFill/>
                          </a:ln>
                          <a:solidFill>
                            <a:schemeClr val="tx1"/>
                          </a:solidFill>
                          <a:effectLst/>
                          <a:uLnTx/>
                          <a:uFillTx/>
                          <a:latin typeface="HCLTech Roobert" pitchFamily="50" charset="0"/>
                          <a:ea typeface="+mn-ea"/>
                          <a:cs typeface="HCLTech Roobert" pitchFamily="50" charset="0"/>
                        </a:rPr>
                        <a:t>2. Business Process Flow</a:t>
                      </a:r>
                    </a:p>
                  </a:txBody>
                  <a:tcPr marL="91422" marR="91422"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0039406"/>
                  </a:ext>
                </a:extLst>
              </a:tr>
              <a:tr h="541723">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1800" b="1" i="0" u="none" strike="noStrike" kern="1200" cap="none" spc="0" normalizeH="0" baseline="0" noProof="0">
                          <a:ln>
                            <a:noFill/>
                          </a:ln>
                          <a:solidFill>
                            <a:schemeClr val="tx1"/>
                          </a:solidFill>
                          <a:effectLst/>
                          <a:uLnTx/>
                          <a:uFillTx/>
                          <a:latin typeface="HCLTech Roobert" pitchFamily="50" charset="0"/>
                          <a:ea typeface="+mn-ea"/>
                          <a:cs typeface="HCLTech Roobert" pitchFamily="50" charset="0"/>
                        </a:rPr>
                        <a:t>3. </a:t>
                      </a:r>
                      <a:r>
                        <a:rPr lang="en-US" sz="1800" b="1" kern="1200">
                          <a:solidFill>
                            <a:schemeClr val="tx1"/>
                          </a:solidFill>
                          <a:effectLst/>
                          <a:latin typeface="HCLTech Roobert" pitchFamily="50" charset="0"/>
                          <a:ea typeface="DengXian" panose="02010600030101010101" pitchFamily="2" charset="-122"/>
                          <a:cs typeface="HCLTech Roobert" pitchFamily="50" charset="0"/>
                        </a:rPr>
                        <a:t>Solution Architecture</a:t>
                      </a:r>
                      <a:endParaRPr lang="en-US" sz="1800" b="0" i="0" u="none" strike="noStrike" kern="1200" cap="none" spc="0" normalizeH="0" baseline="0" noProof="0">
                        <a:ln>
                          <a:noFill/>
                        </a:ln>
                        <a:solidFill>
                          <a:srgbClr val="000000"/>
                        </a:solidFill>
                        <a:effectLst/>
                        <a:uLnTx/>
                        <a:uFillTx/>
                        <a:latin typeface="HCLTech Roobert" pitchFamily="50" charset="0"/>
                        <a:cs typeface="HCLTech Roobert" pitchFamily="50" charset="0"/>
                      </a:endParaRPr>
                    </a:p>
                  </a:txBody>
                  <a:tcPr marL="91422" marR="91422"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7906165"/>
                  </a:ext>
                </a:extLst>
              </a:tr>
              <a:tr h="531710">
                <a:tc>
                  <a:txBody>
                    <a:bodyPr/>
                    <a:lstStyle/>
                    <a:p>
                      <a:pPr marL="0" marR="0" lvl="0" indent="0" algn="l" defTabSz="914126" rtl="0" eaLnBrk="1" fontAlgn="auto" latinLnBrk="0" hangingPunct="1">
                        <a:lnSpc>
                          <a:spcPct val="150000"/>
                        </a:lnSpc>
                        <a:spcBef>
                          <a:spcPts val="0"/>
                        </a:spcBef>
                        <a:spcAft>
                          <a:spcPts val="0"/>
                        </a:spcAft>
                        <a:buClrTx/>
                        <a:buSzTx/>
                        <a:buFontTx/>
                        <a:buNone/>
                        <a:tabLst/>
                        <a:defRPr/>
                      </a:pPr>
                      <a:r>
                        <a:rPr lang="en-US" sz="1800" b="1" kern="1200">
                          <a:solidFill>
                            <a:schemeClr val="tx1"/>
                          </a:solidFill>
                          <a:effectLst/>
                          <a:latin typeface="HCLTech Roobert" pitchFamily="50" charset="0"/>
                          <a:ea typeface="DengXian" panose="02010600030101010101" pitchFamily="2" charset="-122"/>
                          <a:cs typeface="HCLTech Roobert" pitchFamily="50" charset="0"/>
                        </a:rPr>
                        <a:t>4. </a:t>
                      </a:r>
                      <a:r>
                        <a:rPr kumimoji="0" lang="en-US" sz="1800" b="1" i="0" u="none" strike="noStrike" kern="1200" cap="none" spc="0" normalizeH="0" baseline="0" noProof="0">
                          <a:ln>
                            <a:noFill/>
                          </a:ln>
                          <a:solidFill>
                            <a:srgbClr val="000000"/>
                          </a:solidFill>
                          <a:effectLst/>
                          <a:uLnTx/>
                          <a:uFillTx/>
                          <a:latin typeface="HCLTech Roobert" pitchFamily="50" charset="0"/>
                          <a:ea typeface="DengXian" panose="02010600030101010101" pitchFamily="2" charset="-122"/>
                          <a:cs typeface="HCLTech Roobert" pitchFamily="50" charset="0"/>
                        </a:rPr>
                        <a:t>Execution Timelines</a:t>
                      </a:r>
                      <a:endParaRPr lang="en-US" sz="1800" b="1" kern="1200">
                        <a:solidFill>
                          <a:schemeClr val="tx1"/>
                        </a:solidFill>
                        <a:effectLst/>
                        <a:latin typeface="HCLTech Roobert" pitchFamily="50" charset="0"/>
                        <a:ea typeface="DengXian" panose="02010600030101010101" pitchFamily="2" charset="-122"/>
                        <a:cs typeface="HCLTech Roobert" pitchFamily="50" charset="0"/>
                      </a:endParaRPr>
                    </a:p>
                  </a:txBody>
                  <a:tcPr marL="91422" marR="91422"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017611"/>
                  </a:ext>
                </a:extLst>
              </a:tr>
              <a:tr h="531710">
                <a:tc>
                  <a:txBody>
                    <a:bodyPr/>
                    <a:lstStyle/>
                    <a:p>
                      <a:pPr marL="0" marR="0" lvl="0" indent="0" algn="l" defTabSz="914126" rtl="0" eaLnBrk="1" fontAlgn="auto" latinLnBrk="0" hangingPunct="1">
                        <a:lnSpc>
                          <a:spcPct val="150000"/>
                        </a:lnSpc>
                        <a:spcBef>
                          <a:spcPts val="0"/>
                        </a:spcBef>
                        <a:spcAft>
                          <a:spcPts val="0"/>
                        </a:spcAft>
                        <a:buClrTx/>
                        <a:buSzTx/>
                        <a:buFontTx/>
                        <a:buNone/>
                        <a:tabLst/>
                        <a:defRPr/>
                      </a:pPr>
                      <a:r>
                        <a:rPr lang="en-US" sz="1800" b="1" kern="1200">
                          <a:solidFill>
                            <a:schemeClr val="tx1"/>
                          </a:solidFill>
                          <a:effectLst/>
                          <a:latin typeface="HCLTech Roobert" pitchFamily="50" charset="0"/>
                          <a:ea typeface="DengXian" panose="02010600030101010101" pitchFamily="2" charset="-122"/>
                          <a:cs typeface="HCLTech Roobert" pitchFamily="50" charset="0"/>
                        </a:rPr>
                        <a:t>5. Assumptions &amp; Dependencies</a:t>
                      </a:r>
                    </a:p>
                  </a:txBody>
                  <a:tcPr marL="91422" marR="91422"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48824515"/>
                  </a:ext>
                </a:extLst>
              </a:tr>
              <a:tr h="531710">
                <a:tc>
                  <a:txBody>
                    <a:bodyPr/>
                    <a:lstStyle/>
                    <a:p>
                      <a:pPr marL="0" marR="0" lvl="0" indent="0" algn="l" defTabSz="914126" rtl="0" eaLnBrk="1" fontAlgn="auto" latinLnBrk="0" hangingPunct="1">
                        <a:lnSpc>
                          <a:spcPct val="150000"/>
                        </a:lnSpc>
                        <a:spcBef>
                          <a:spcPts val="0"/>
                        </a:spcBef>
                        <a:spcAft>
                          <a:spcPts val="0"/>
                        </a:spcAft>
                        <a:buClrTx/>
                        <a:buSzTx/>
                        <a:buFontTx/>
                        <a:buNone/>
                        <a:tabLst/>
                        <a:defRPr/>
                      </a:pPr>
                      <a:r>
                        <a:rPr lang="en-US" sz="1800" b="1" kern="1200">
                          <a:solidFill>
                            <a:schemeClr val="tx1"/>
                          </a:solidFill>
                          <a:effectLst/>
                          <a:latin typeface="HCLTech Roobert" pitchFamily="50" charset="0"/>
                          <a:ea typeface="DengXian" panose="02010600030101010101" pitchFamily="2" charset="-122"/>
                          <a:cs typeface="HCLTech Roobert" pitchFamily="50" charset="0"/>
                        </a:rPr>
                        <a:t>6. Non-Functional Requirements</a:t>
                      </a:r>
                    </a:p>
                  </a:txBody>
                  <a:tcPr marL="91422" marR="91422"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5337471"/>
                  </a:ext>
                </a:extLst>
              </a:tr>
              <a:tr h="531710">
                <a:tc>
                  <a:txBody>
                    <a:bodyPr/>
                    <a:lstStyle/>
                    <a:p>
                      <a:pPr marL="0" marR="0" lvl="0" indent="0" algn="l" defTabSz="914126" rtl="0" eaLnBrk="1" fontAlgn="auto" latinLnBrk="0" hangingPunct="1">
                        <a:lnSpc>
                          <a:spcPct val="150000"/>
                        </a:lnSpc>
                        <a:spcBef>
                          <a:spcPts val="0"/>
                        </a:spcBef>
                        <a:spcAft>
                          <a:spcPts val="0"/>
                        </a:spcAft>
                        <a:buClrTx/>
                        <a:buSzTx/>
                        <a:buFontTx/>
                        <a:buNone/>
                        <a:tabLst/>
                        <a:defRPr/>
                      </a:pPr>
                      <a:r>
                        <a:rPr lang="en-US" sz="1800" b="1" kern="1200">
                          <a:solidFill>
                            <a:schemeClr val="tx1"/>
                          </a:solidFill>
                          <a:effectLst/>
                          <a:latin typeface="HCLTech Roobert" pitchFamily="50" charset="0"/>
                          <a:ea typeface="DengXian" panose="02010600030101010101" pitchFamily="2" charset="-122"/>
                          <a:cs typeface="HCLTech Roobert" pitchFamily="50" charset="0"/>
                        </a:rPr>
                        <a:t>7. Commercials</a:t>
                      </a:r>
                    </a:p>
                  </a:txBody>
                  <a:tcPr marL="91422" marR="91422" marT="45710" marB="4571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7825770"/>
                  </a:ext>
                </a:extLst>
              </a:tr>
            </a:tbl>
          </a:graphicData>
        </a:graphic>
      </p:graphicFrame>
      <p:pic>
        <p:nvPicPr>
          <p:cNvPr id="6" name="Picture 5" descr="A light house with a light beam&#10;&#10;Description automatically generated with low confidence">
            <a:extLst>
              <a:ext uri="{FF2B5EF4-FFF2-40B4-BE49-F238E27FC236}">
                <a16:creationId xmlns:a16="http://schemas.microsoft.com/office/drawing/2014/main" id="{FE5F039A-ECD9-674E-3D8A-AA3006C177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837814" cy="6097389"/>
          </a:xfrm>
          <a:prstGeom prst="rect">
            <a:avLst/>
          </a:prstGeom>
        </p:spPr>
      </p:pic>
      <p:sp>
        <p:nvSpPr>
          <p:cNvPr id="7" name="Title 3">
            <a:extLst>
              <a:ext uri="{FF2B5EF4-FFF2-40B4-BE49-F238E27FC236}">
                <a16:creationId xmlns:a16="http://schemas.microsoft.com/office/drawing/2014/main" id="{1221545A-CE90-862B-8553-FE780D1D0F2C}"/>
              </a:ext>
            </a:extLst>
          </p:cNvPr>
          <p:cNvSpPr>
            <a:spLocks noGrp="1"/>
          </p:cNvSpPr>
          <p:nvPr>
            <p:ph type="title"/>
          </p:nvPr>
        </p:nvSpPr>
        <p:spPr>
          <a:xfrm>
            <a:off x="5032936" y="414391"/>
            <a:ext cx="5889063" cy="679904"/>
          </a:xfrm>
        </p:spPr>
        <p:txBody>
          <a:bodyPr>
            <a:normAutofit fontScale="90000"/>
          </a:bodyPr>
          <a:lstStyle/>
          <a:p>
            <a:r>
              <a:rPr lang="en-US" sz="4800">
                <a:solidFill>
                  <a:schemeClr val="tx1"/>
                </a:solidFill>
                <a:latin typeface="HCL Tech Roobert"/>
              </a:rPr>
              <a:t>Table of Contents</a:t>
            </a:r>
          </a:p>
        </p:txBody>
      </p:sp>
    </p:spTree>
    <p:extLst>
      <p:ext uri="{BB962C8B-B14F-4D97-AF65-F5344CB8AC3E}">
        <p14:creationId xmlns:p14="http://schemas.microsoft.com/office/powerpoint/2010/main" val="59099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95FF6-589B-8728-971C-D3C7FDC6F80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8CA8CB-2876-0E72-88A2-5DF7488D835F}"/>
              </a:ext>
            </a:extLst>
          </p:cNvPr>
          <p:cNvSpPr/>
          <p:nvPr/>
        </p:nvSpPr>
        <p:spPr>
          <a:xfrm>
            <a:off x="138959" y="907383"/>
            <a:ext cx="11740520" cy="1264317"/>
          </a:xfrm>
          <a:prstGeom prst="rect">
            <a:avLst/>
          </a:prstGeom>
          <a:solidFill>
            <a:schemeClr val="tx2"/>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288000" tIns="252000" rIns="288000" bIns="288000" rtlCol="0" anchor="ctr" anchorCtr="0"/>
          <a:lstStyle/>
          <a:p>
            <a:pPr lvl="0" algn="just">
              <a:defRPr/>
            </a:pPr>
            <a:r>
              <a:rPr lang="en-IN" sz="1200">
                <a:solidFill>
                  <a:schemeClr val="bg1"/>
                </a:solidFill>
                <a:latin typeface="HCLTech Roobert" panose="020B0504030202060203" pitchFamily="34" charset="77"/>
                <a:cs typeface="HCLTech Roobert" panose="020B0504030202060203" pitchFamily="34" charset="77"/>
              </a:rPr>
              <a:t>HCLTech understand that LAM </a:t>
            </a:r>
            <a:r>
              <a:rPr lang="en-US" sz="1200">
                <a:solidFill>
                  <a:schemeClr val="bg1"/>
                </a:solidFill>
                <a:latin typeface="HCLTech Roobert" panose="020B0504030202060203" pitchFamily="34" charset="77"/>
                <a:cs typeface="HCLTech Roobert" panose="020B0504030202060203" pitchFamily="34" charset="77"/>
              </a:rPr>
              <a:t>currently managing Test Vehicle requests through emails, PowerPoint files, spreadsheets, and separate supporting documents, without a centralized platform to manage the complete request lifecycle.</a:t>
            </a:r>
          </a:p>
          <a:p>
            <a:pPr lvl="0" algn="just">
              <a:defRPr/>
            </a:pPr>
            <a:endParaRPr lang="en-US" sz="1200">
              <a:solidFill>
                <a:schemeClr val="bg1"/>
              </a:solidFill>
              <a:latin typeface="HCLTech Roobert" panose="020B0504030202060203" pitchFamily="34" charset="77"/>
              <a:cs typeface="HCLTech Roobert" panose="020B0504030202060203" pitchFamily="34" charset="77"/>
            </a:endParaRPr>
          </a:p>
          <a:p>
            <a:pPr lvl="0" algn="just">
              <a:defRPr/>
            </a:pPr>
            <a:r>
              <a:rPr lang="en-US" sz="1200">
                <a:solidFill>
                  <a:schemeClr val="bg1"/>
                </a:solidFill>
                <a:latin typeface="HCLTech Roobert" panose="020B0504030202060203" pitchFamily="34" charset="77"/>
                <a:cs typeface="HCLTech Roobert" panose="020B0504030202060203" pitchFamily="34" charset="77"/>
              </a:rPr>
              <a:t>The objective of this initiative is to implement a centralized Test Vehicle Request Management System using Microsoft Power Platform to digitize and govern the complete lifecycle, from request submission through feasibility assessment, funding approval, execution, closure, and future reuse.</a:t>
            </a:r>
          </a:p>
        </p:txBody>
      </p:sp>
      <p:sp>
        <p:nvSpPr>
          <p:cNvPr id="11" name="Footer Placeholder 10">
            <a:extLst>
              <a:ext uri="{FF2B5EF4-FFF2-40B4-BE49-F238E27FC236}">
                <a16:creationId xmlns:a16="http://schemas.microsoft.com/office/drawing/2014/main" id="{78096C3D-CB7D-1D69-2389-2E2C51779B87}"/>
              </a:ext>
            </a:extLst>
          </p:cNvPr>
          <p:cNvSpPr>
            <a:spLocks noGrp="1"/>
          </p:cNvSpPr>
          <p:nvPr>
            <p:ph type="ftr" sz="quarter" idx="10"/>
          </p:nvPr>
        </p:nvSpPr>
        <p:spPr>
          <a:xfrm>
            <a:off x="894166" y="6465600"/>
            <a:ext cx="1990930"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Copyright © </a:t>
            </a:r>
            <a:r>
              <a:rPr lang="en-US">
                <a:solidFill>
                  <a:srgbClr val="000000">
                    <a:alpha val="50000"/>
                  </a:srgbClr>
                </a:solidFill>
                <a:latin typeface="HCLTech Roobert Light"/>
              </a:rPr>
              <a:t>2026 HCLTech</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 Confidential</a:t>
            </a:r>
          </a:p>
        </p:txBody>
      </p:sp>
      <p:sp>
        <p:nvSpPr>
          <p:cNvPr id="12" name="Slide Number Placeholder 11">
            <a:extLst>
              <a:ext uri="{FF2B5EF4-FFF2-40B4-BE49-F238E27FC236}">
                <a16:creationId xmlns:a16="http://schemas.microsoft.com/office/drawing/2014/main" id="{8DB13823-0E14-6385-1EF6-159B04C4F7F5}"/>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E577F39-B882-FB4F-BD46-95C2A231B68A}" type="slidenum">
              <a:rPr kumimoji="0" lang="en-US" sz="800" b="0" i="0" u="none" strike="noStrike" kern="1200" cap="none" spc="0" normalizeH="0" baseline="0" noProof="0" smtClean="0">
                <a:ln>
                  <a:noFill/>
                </a:ln>
                <a:solidFill>
                  <a:srgbClr val="000000">
                    <a:alpha val="50000"/>
                  </a:srgbClr>
                </a:solidFill>
                <a:effectLst/>
                <a:uLnTx/>
                <a:uFillTx/>
                <a:latin typeface="HCLTech Roobert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endParaRPr>
          </a:p>
        </p:txBody>
      </p:sp>
      <p:pic>
        <p:nvPicPr>
          <p:cNvPr id="8" name="object 9">
            <a:extLst>
              <a:ext uri="{FF2B5EF4-FFF2-40B4-BE49-F238E27FC236}">
                <a16:creationId xmlns:a16="http://schemas.microsoft.com/office/drawing/2014/main" id="{E1111105-FA04-E56C-C4BB-CF4F9E6E41A6}"/>
              </a:ext>
              <a:ext uri="{C183D7F6-B498-43B3-948B-1728B52AA6E4}">
                <adec:decorative xmlns:adec="http://schemas.microsoft.com/office/drawing/2017/decorative" val="1"/>
              </a:ext>
            </a:extLst>
          </p:cNvPr>
          <p:cNvPicPr/>
          <p:nvPr/>
        </p:nvPicPr>
        <p:blipFill>
          <a:blip r:embed="rId3" cstate="screen">
            <a:extLst>
              <a:ext uri="{28A0092B-C50C-407E-A947-70E740481C1C}">
                <a14:useLocalDpi xmlns:a14="http://schemas.microsoft.com/office/drawing/2010/main"/>
              </a:ext>
            </a:extLst>
          </a:blip>
          <a:stretch>
            <a:fillRect/>
          </a:stretch>
        </p:blipFill>
        <p:spPr>
          <a:xfrm>
            <a:off x="11206" y="21722"/>
            <a:ext cx="12192000" cy="632700"/>
          </a:xfrm>
          <a:prstGeom prst="rect">
            <a:avLst/>
          </a:prstGeom>
        </p:spPr>
      </p:pic>
      <p:sp>
        <p:nvSpPr>
          <p:cNvPr id="10" name="Text 0">
            <a:extLst>
              <a:ext uri="{FF2B5EF4-FFF2-40B4-BE49-F238E27FC236}">
                <a16:creationId xmlns:a16="http://schemas.microsoft.com/office/drawing/2014/main" id="{F3F76F31-929D-C330-404A-04CB3E6332B5}"/>
              </a:ext>
            </a:extLst>
          </p:cNvPr>
          <p:cNvSpPr/>
          <p:nvPr/>
        </p:nvSpPr>
        <p:spPr>
          <a:xfrm>
            <a:off x="139503" y="140387"/>
            <a:ext cx="11194929" cy="415363"/>
          </a:xfrm>
          <a:prstGeom prst="rect">
            <a:avLst/>
          </a:prstGeom>
          <a:noFill/>
          <a:ln/>
        </p:spPr>
        <p:txBody>
          <a:bodyPr wrap="square" lIns="0" tIns="0" rIns="0" bIns="0" rtlCol="0" anchor="ctr"/>
          <a:lstStyle/>
          <a:p>
            <a:r>
              <a:rPr lang="en-US" sz="2400" b="1">
                <a:solidFill>
                  <a:srgbClr val="FFFFFF"/>
                </a:solidFill>
                <a:latin typeface="HCLTech Roobert ExtraBold"/>
                <a:ea typeface="+mj-ea"/>
                <a:cs typeface="HCLTech Roobert ExtraBold"/>
              </a:rPr>
              <a:t>Our Understanding of Objectives &amp; Scope</a:t>
            </a:r>
            <a:endParaRPr lang="en-US">
              <a:ea typeface="+mj-ea"/>
            </a:endParaRPr>
          </a:p>
        </p:txBody>
      </p:sp>
      <p:sp>
        <p:nvSpPr>
          <p:cNvPr id="3" name="Rounded Rectangle 72">
            <a:extLst>
              <a:ext uri="{FF2B5EF4-FFF2-40B4-BE49-F238E27FC236}">
                <a16:creationId xmlns:a16="http://schemas.microsoft.com/office/drawing/2014/main" id="{CD4F0ECC-30C7-35B3-CE8A-8696E4418D64}"/>
              </a:ext>
            </a:extLst>
          </p:cNvPr>
          <p:cNvSpPr/>
          <p:nvPr/>
        </p:nvSpPr>
        <p:spPr bwMode="auto">
          <a:xfrm>
            <a:off x="401157" y="2374749"/>
            <a:ext cx="8412480" cy="198603"/>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HCLTech Roobert" pitchFamily="2" charset="0"/>
                <a:ea typeface="+mn-ea"/>
                <a:cs typeface="HCLTech Roobert" pitchFamily="2" charset="0"/>
              </a:rPr>
              <a:t>In Scope</a:t>
            </a:r>
          </a:p>
        </p:txBody>
      </p:sp>
      <p:sp>
        <p:nvSpPr>
          <p:cNvPr id="6" name="Rounded Rectangle 17">
            <a:extLst>
              <a:ext uri="{FF2B5EF4-FFF2-40B4-BE49-F238E27FC236}">
                <a16:creationId xmlns:a16="http://schemas.microsoft.com/office/drawing/2014/main" id="{2B04AF50-22D3-3928-6EEC-7E74BBD3C84A}"/>
              </a:ext>
            </a:extLst>
          </p:cNvPr>
          <p:cNvSpPr/>
          <p:nvPr/>
        </p:nvSpPr>
        <p:spPr bwMode="auto">
          <a:xfrm>
            <a:off x="401925" y="2573352"/>
            <a:ext cx="8411712" cy="3244352"/>
          </a:xfrm>
          <a:prstGeom prst="roundRect">
            <a:avLst>
              <a:gd name="adj" fmla="val 0"/>
            </a:avLst>
          </a:prstGeom>
          <a:noFill/>
          <a:ln w="6350" cap="flat" cmpd="sng" algn="ctr">
            <a:noFill/>
            <a:prstDash val="soli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171450" lvl="2" indent="-171450">
              <a:lnSpc>
                <a:spcPct val="150000"/>
              </a:lnSpc>
              <a:buFont typeface="Arial"/>
              <a:buChar char="•"/>
              <a:defRPr/>
            </a:pPr>
            <a:r>
              <a:rPr lang="en-US" sz="1000" kern="0">
                <a:solidFill>
                  <a:srgbClr val="000000"/>
                </a:solidFill>
                <a:latin typeface="HCLTech Roobert" panose="020B0504030202060203" pitchFamily="2" charset="0"/>
                <a:ea typeface="Segoe UI" panose="020B0502040204020203" pitchFamily="34" charset="0"/>
                <a:cs typeface="HCLTech Roobert" panose="020B0504030202060203" pitchFamily="2" charset="0"/>
              </a:rPr>
              <a:t>Centralized</a:t>
            </a:r>
            <a:r>
              <a:rPr lang="en-US" sz="1000" kern="0">
                <a:solidFill>
                  <a:srgbClr val="000000"/>
                </a:solidFill>
                <a:latin typeface="HCLTech Roobert" panose="020B0504030202060203" pitchFamily="2" charset="0"/>
                <a:ea typeface="+mn-lt"/>
                <a:cs typeface="HCLTech Roobert" panose="020B0504030202060203" pitchFamily="2" charset="0"/>
              </a:rPr>
              <a:t> TV Request Management covering the complete lifecycle from request submission through completion or cancellation.</a:t>
            </a:r>
            <a:endParaRPr lang="en-US" sz="1000">
              <a:solidFill>
                <a:srgbClr val="000000"/>
              </a:solidFill>
              <a:latin typeface="HCLTech Roobert" panose="020B0504030202060203" pitchFamily="2" charset="0"/>
              <a:ea typeface="+mn-lt"/>
              <a:cs typeface="HCLTech Roobert" panose="020B0504030202060203" pitchFamily="2" charset="0"/>
            </a:endParaRPr>
          </a:p>
          <a:p>
            <a:pPr marL="171450" lvl="2" indent="-171450">
              <a:lnSpc>
                <a:spcPct val="150000"/>
              </a:lnSpc>
              <a:buFont typeface="Arial"/>
              <a:buChar char="•"/>
              <a:defRPr/>
            </a:pPr>
            <a:r>
              <a:rPr lang="en-US" sz="1000" kern="0">
                <a:solidFill>
                  <a:srgbClr val="000000"/>
                </a:solidFill>
                <a:latin typeface="HCLTech Roobert" panose="020B0504030202060203" pitchFamily="2" charset="0"/>
                <a:ea typeface="+mn-lt"/>
                <a:cs typeface="HCLTech Roobert" panose="020B0504030202060203" pitchFamily="2" charset="0"/>
              </a:rPr>
              <a:t>Standardized Request Intake for new, repeat, one-time, and recurring TV requests, including mandatory field and technical-document validation.</a:t>
            </a:r>
            <a:endParaRPr lang="en-US" sz="1000">
              <a:solidFill>
                <a:srgbClr val="000000"/>
              </a:solidFill>
              <a:latin typeface="HCLTech Roobert" panose="020B0504030202060203" pitchFamily="2" charset="0"/>
              <a:ea typeface="+mn-lt"/>
              <a:cs typeface="HCLTech Roobert" panose="020B0504030202060203" pitchFamily="2" charset="0"/>
            </a:endParaRPr>
          </a:p>
          <a:p>
            <a:pPr marL="171450" lvl="2" indent="-171450">
              <a:lnSpc>
                <a:spcPct val="150000"/>
              </a:lnSpc>
              <a:buFont typeface="Arial"/>
              <a:buChar char="•"/>
              <a:defRPr/>
            </a:pPr>
            <a:r>
              <a:rPr lang="en-US" sz="1000" kern="0">
                <a:solidFill>
                  <a:srgbClr val="000000"/>
                </a:solidFill>
                <a:latin typeface="HCLTech Roobert" panose="020B0504030202060203" pitchFamily="2" charset="0"/>
                <a:ea typeface="+mn-lt"/>
                <a:cs typeface="HCLTech Roobert" panose="020B0504030202060203" pitchFamily="2" charset="0"/>
              </a:rPr>
              <a:t>APPG Review and Assignment for request validation, owner assignment, comments, and missing-information management.</a:t>
            </a:r>
            <a:endParaRPr lang="en-US" sz="1000">
              <a:solidFill>
                <a:srgbClr val="000000"/>
              </a:solidFill>
              <a:latin typeface="HCLTech Roobert" panose="020B0504030202060203" pitchFamily="2" charset="0"/>
              <a:ea typeface="+mn-lt"/>
              <a:cs typeface="HCLTech Roobert" panose="020B0504030202060203" pitchFamily="2" charset="0"/>
            </a:endParaRPr>
          </a:p>
          <a:p>
            <a:pPr marL="171450" lvl="2" indent="-171450">
              <a:lnSpc>
                <a:spcPct val="150000"/>
              </a:lnSpc>
              <a:buFont typeface="Arial"/>
              <a:buChar char="•"/>
              <a:defRPr/>
            </a:pPr>
            <a:r>
              <a:rPr lang="en-US" sz="1000" kern="0">
                <a:solidFill>
                  <a:srgbClr val="000000"/>
                </a:solidFill>
                <a:latin typeface="HCLTech Roobert" panose="020B0504030202060203" pitchFamily="2" charset="0"/>
                <a:ea typeface="+mn-lt"/>
                <a:cs typeface="HCLTech Roobert" panose="020B0504030202060203" pitchFamily="2" charset="0"/>
              </a:rPr>
              <a:t>Feasibility Assessment Management to evaluate multiple Research Institutions or sourcing options based on capability, cost, timeline, constraints, and recommendations.</a:t>
            </a:r>
            <a:endParaRPr lang="en-US" sz="1000">
              <a:solidFill>
                <a:srgbClr val="000000"/>
              </a:solidFill>
              <a:latin typeface="HCLTech Roobert" panose="020B0504030202060203" pitchFamily="2" charset="0"/>
              <a:ea typeface="+mn-lt"/>
              <a:cs typeface="HCLTech Roobert" panose="020B0504030202060203" pitchFamily="2" charset="0"/>
            </a:endParaRPr>
          </a:p>
          <a:p>
            <a:pPr marL="171450" lvl="2" indent="-171450">
              <a:lnSpc>
                <a:spcPct val="150000"/>
              </a:lnSpc>
              <a:buFont typeface="Arial"/>
              <a:buChar char="•"/>
              <a:defRPr/>
            </a:pPr>
            <a:r>
              <a:rPr lang="en-US" sz="1000" kern="0">
                <a:solidFill>
                  <a:srgbClr val="000000"/>
                </a:solidFill>
                <a:latin typeface="HCLTech Roobert" panose="020B0504030202060203" pitchFamily="2" charset="0"/>
                <a:ea typeface="+mn-lt"/>
                <a:cs typeface="HCLTech Roobert" panose="020B0504030202060203" pitchFamily="2" charset="0"/>
              </a:rPr>
              <a:t>Funding Approval Workflow with Cost Center Owner identification, approval routing, decision capture, comments, and approval history.</a:t>
            </a:r>
            <a:endParaRPr lang="en-US" sz="1000">
              <a:solidFill>
                <a:srgbClr val="000000"/>
              </a:solidFill>
              <a:latin typeface="HCLTech Roobert" panose="020B0504030202060203" pitchFamily="2" charset="0"/>
              <a:ea typeface="+mn-lt"/>
              <a:cs typeface="HCLTech Roobert" panose="020B0504030202060203" pitchFamily="2" charset="0"/>
            </a:endParaRPr>
          </a:p>
          <a:p>
            <a:pPr marL="171450" lvl="2" indent="-171450">
              <a:lnSpc>
                <a:spcPct val="150000"/>
              </a:lnSpc>
              <a:buFont typeface="Arial"/>
              <a:buChar char="•"/>
              <a:defRPr/>
            </a:pPr>
            <a:r>
              <a:rPr lang="en-US" sz="1000" kern="0">
                <a:solidFill>
                  <a:srgbClr val="000000"/>
                </a:solidFill>
                <a:latin typeface="HCLTech Roobert" panose="020B0504030202060203" pitchFamily="2" charset="0"/>
                <a:ea typeface="+mn-lt"/>
                <a:cs typeface="HCLTech Roobert" panose="020B0504030202060203" pitchFamily="2" charset="0"/>
              </a:rPr>
              <a:t>Execution Tracking covering milestones, planned and actual dates, progress, risks, costs, comments, and expected completion dates.</a:t>
            </a:r>
            <a:endParaRPr lang="en-US" sz="1000">
              <a:latin typeface="HCLTech Roobert" panose="020B0504030202060203" pitchFamily="2" charset="0"/>
              <a:cs typeface="HCLTech Roobert" panose="020B0504030202060203" pitchFamily="2" charset="0"/>
            </a:endParaRPr>
          </a:p>
          <a:p>
            <a:pPr marL="171450" lvl="2" indent="-171450">
              <a:lnSpc>
                <a:spcPct val="150000"/>
              </a:lnSpc>
              <a:buFont typeface="Arial"/>
              <a:buChar char="•"/>
              <a:defRPr/>
            </a:pPr>
            <a:r>
              <a:rPr lang="en-US" sz="1000" kern="0">
                <a:solidFill>
                  <a:srgbClr val="000000"/>
                </a:solidFill>
                <a:latin typeface="HCLTech Roobert" panose="020B0504030202060203" pitchFamily="2" charset="0"/>
                <a:ea typeface="+mn-lt"/>
                <a:cs typeface="HCLTech Roobert" panose="020B0504030202060203" pitchFamily="2" charset="0"/>
              </a:rPr>
              <a:t>Request Completion and Closure including final deliverables, outcomes, lessons learned, costs, and reuse recommendations.</a:t>
            </a:r>
          </a:p>
          <a:p>
            <a:pPr marL="171450" lvl="2" indent="-171450">
              <a:lnSpc>
                <a:spcPct val="150000"/>
              </a:lnSpc>
              <a:buFont typeface="Arial"/>
              <a:buChar char="•"/>
              <a:defRPr/>
            </a:pPr>
            <a:r>
              <a:rPr lang="en-US" sz="1000" kern="0">
                <a:solidFill>
                  <a:srgbClr val="000000"/>
                </a:solidFill>
                <a:latin typeface="HCLTech Roobert" panose="020B0504030202060203" pitchFamily="2" charset="0"/>
                <a:ea typeface="+mn-lt"/>
                <a:cs typeface="HCLTech Roobert" panose="020B0504030202060203" pitchFamily="2" charset="0"/>
              </a:rPr>
              <a:t>SharePoint Document Management with an automatically created TVID workspace, predefined folder structure, versioning, permissions, and seven-year retention.</a:t>
            </a:r>
          </a:p>
          <a:p>
            <a:pPr marL="171450" lvl="2" indent="-171450">
              <a:lnSpc>
                <a:spcPct val="150000"/>
              </a:lnSpc>
              <a:buFont typeface="Arial"/>
              <a:buChar char="•"/>
              <a:defRPr/>
            </a:pPr>
            <a:r>
              <a:rPr lang="en-US" sz="1000" kern="0">
                <a:solidFill>
                  <a:srgbClr val="000000"/>
                </a:solidFill>
                <a:latin typeface="HCLTech Roobert" panose="020B0504030202060203" pitchFamily="2" charset="0"/>
                <a:ea typeface="+mn-lt"/>
                <a:cs typeface="HCLTech Roobert" panose="020B0504030202060203" pitchFamily="2" charset="0"/>
              </a:rPr>
              <a:t>Workflow Automation for notifications, reminders, escalations, status updates, automatic cancellation, approvals, and audit logging.</a:t>
            </a:r>
            <a:endParaRPr lang="en-US" sz="1000">
              <a:solidFill>
                <a:srgbClr val="000000"/>
              </a:solidFill>
              <a:latin typeface="HCLTech Roobert" panose="020B0504030202060203" pitchFamily="2" charset="0"/>
              <a:ea typeface="+mn-lt"/>
              <a:cs typeface="HCLTech Roobert" panose="020B0504030202060203" pitchFamily="2" charset="0"/>
            </a:endParaRPr>
          </a:p>
          <a:p>
            <a:pPr marL="171450" marR="0" lvl="2" indent="-171450" algn="l" defTabSz="914400">
              <a:lnSpc>
                <a:spcPct val="150000"/>
              </a:lnSpc>
              <a:spcBef>
                <a:spcPts val="0"/>
              </a:spcBef>
              <a:spcAft>
                <a:spcPts val="0"/>
              </a:spcAft>
              <a:buClrTx/>
              <a:buSzTx/>
              <a:buFont typeface="Arial"/>
              <a:buChar char="•"/>
              <a:tabLst/>
              <a:defRPr/>
            </a:pPr>
            <a:r>
              <a:rPr lang="en-US" sz="1000" kern="0">
                <a:solidFill>
                  <a:srgbClr val="000000"/>
                </a:solidFill>
                <a:latin typeface="HCLTech Roobert" panose="020B0504030202060203" pitchFamily="2" charset="0"/>
                <a:ea typeface="+mn-lt"/>
                <a:cs typeface="HCLTech Roobert" panose="020B0504030202060203" pitchFamily="2" charset="0"/>
              </a:rPr>
              <a:t>Role-Based Access Control for Requesters, APPG users, Cost Center Owners, agreed stakeholders, and system administrators.</a:t>
            </a:r>
          </a:p>
          <a:p>
            <a:pPr marL="171450" lvl="2" indent="-171450">
              <a:lnSpc>
                <a:spcPct val="150000"/>
              </a:lnSpc>
              <a:buFont typeface="Arial"/>
              <a:buChar char="•"/>
              <a:defRPr/>
            </a:pPr>
            <a:r>
              <a:rPr lang="en-US" sz="1000" kern="0">
                <a:solidFill>
                  <a:srgbClr val="000000"/>
                </a:solidFill>
                <a:latin typeface="HCLTech Roobert" panose="020B0504030202060203" pitchFamily="2" charset="0"/>
                <a:ea typeface="+mn-lt"/>
                <a:cs typeface="HCLTech Roobert" panose="020B0504030202060203" pitchFamily="2" charset="0"/>
              </a:rPr>
              <a:t>Power BI Dashboard, Reports </a:t>
            </a:r>
          </a:p>
          <a:p>
            <a:pPr marL="171450" lvl="2" indent="-171450">
              <a:lnSpc>
                <a:spcPct val="150000"/>
              </a:lnSpc>
              <a:buFont typeface="Arial"/>
              <a:buChar char="•"/>
              <a:defRPr/>
            </a:pPr>
            <a:r>
              <a:rPr lang="en-US" sz="1000" kern="0">
                <a:solidFill>
                  <a:srgbClr val="000000"/>
                </a:solidFill>
                <a:latin typeface="HCLTech Roobert" panose="020B0504030202060203" pitchFamily="2" charset="0"/>
                <a:ea typeface="+mn-lt"/>
                <a:cs typeface="HCLTech Roobert" panose="020B0504030202060203" pitchFamily="2" charset="0"/>
              </a:rPr>
              <a:t>Testing &amp; Deployment of the Application</a:t>
            </a:r>
          </a:p>
          <a:p>
            <a:pPr marL="171450" marR="0" lvl="2" indent="-171450" algn="l" defTabSz="914400" rtl="0" eaLnBrk="1" fontAlgn="base" latinLnBrk="0" hangingPunct="1">
              <a:lnSpc>
                <a:spcPct val="150000"/>
              </a:lnSpc>
              <a:spcBef>
                <a:spcPts val="0"/>
              </a:spcBef>
              <a:spcAft>
                <a:spcPts val="0"/>
              </a:spcAft>
              <a:buClrTx/>
              <a:buSzTx/>
              <a:buFont typeface="Arial"/>
              <a:buChar char="•"/>
              <a:tabLst/>
              <a:defRPr/>
            </a:pPr>
            <a:r>
              <a:rPr lang="en-US" sz="1000" kern="0">
                <a:solidFill>
                  <a:srgbClr val="000000"/>
                </a:solidFill>
                <a:latin typeface="HCLTech Roobert" panose="020B0504030202060203" pitchFamily="2" charset="0"/>
                <a:ea typeface="+mn-lt"/>
                <a:cs typeface="HCLTech Roobert" panose="020B0504030202060203" pitchFamily="2" charset="0"/>
              </a:rPr>
              <a:t>Go Live &amp; Hyper Care</a:t>
            </a:r>
            <a:endParaRPr lang="en-IN" sz="1000" kern="0">
              <a:solidFill>
                <a:srgbClr val="000000"/>
              </a:solidFill>
              <a:latin typeface="HCLTech Roobert" panose="020B0504030202060203" pitchFamily="2" charset="0"/>
              <a:ea typeface="+mn-lt"/>
              <a:cs typeface="HCLTech Roobert" panose="020B0504030202060203" pitchFamily="2" charset="0"/>
            </a:endParaRPr>
          </a:p>
          <a:p>
            <a:pPr marL="690245" lvl="3" indent="-233045" fontAlgn="base">
              <a:buFont typeface="Arial" panose="020B0604020202020204" pitchFamily="34" charset="0"/>
              <a:buChar char="•"/>
              <a:defRPr/>
            </a:pPr>
            <a:endParaRPr lang="en-IN" sz="1000" kern="0">
              <a:solidFill>
                <a:srgbClr val="000000"/>
              </a:solidFill>
              <a:latin typeface="HCLTech Roobert" panose="020B0504030202060203" pitchFamily="2" charset="0"/>
              <a:ea typeface="+mn-lt"/>
              <a:cs typeface="HCLTech Roobert" panose="020B0504030202060203" pitchFamily="2" charset="0"/>
            </a:endParaRPr>
          </a:p>
        </p:txBody>
      </p:sp>
      <p:sp>
        <p:nvSpPr>
          <p:cNvPr id="13" name="Rounded Rectangle 72">
            <a:extLst>
              <a:ext uri="{FF2B5EF4-FFF2-40B4-BE49-F238E27FC236}">
                <a16:creationId xmlns:a16="http://schemas.microsoft.com/office/drawing/2014/main" id="{C7D156B5-785F-1EC1-99E3-641441C3449D}"/>
              </a:ext>
            </a:extLst>
          </p:cNvPr>
          <p:cNvSpPr/>
          <p:nvPr/>
        </p:nvSpPr>
        <p:spPr bwMode="auto">
          <a:xfrm>
            <a:off x="9085018" y="2374749"/>
            <a:ext cx="2776782" cy="198603"/>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HCLTech Roobert" pitchFamily="2" charset="0"/>
                <a:ea typeface="+mn-ea"/>
                <a:cs typeface="HCLTech Roobert" pitchFamily="2" charset="0"/>
              </a:rPr>
              <a:t>Out of Scope</a:t>
            </a:r>
          </a:p>
        </p:txBody>
      </p:sp>
      <p:sp>
        <p:nvSpPr>
          <p:cNvPr id="15" name="Rounded Rectangle 17">
            <a:extLst>
              <a:ext uri="{FF2B5EF4-FFF2-40B4-BE49-F238E27FC236}">
                <a16:creationId xmlns:a16="http://schemas.microsoft.com/office/drawing/2014/main" id="{589CD082-D78C-8D9A-FC45-538C66C2FB5D}"/>
              </a:ext>
            </a:extLst>
          </p:cNvPr>
          <p:cNvSpPr/>
          <p:nvPr/>
        </p:nvSpPr>
        <p:spPr bwMode="auto">
          <a:xfrm>
            <a:off x="9079834" y="2573352"/>
            <a:ext cx="2799645" cy="2400315"/>
          </a:xfrm>
          <a:prstGeom prst="roundRect">
            <a:avLst>
              <a:gd name="adj" fmla="val 0"/>
            </a:avLst>
          </a:prstGeom>
          <a:noFill/>
          <a:ln w="6350" cap="flat" cmpd="sng" algn="ctr">
            <a:noFill/>
            <a:prstDash val="soli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28600" lvl="2" indent="-228600" fontAlgn="base">
              <a:lnSpc>
                <a:spcPct val="150000"/>
              </a:lnSpc>
              <a:buFont typeface="Arial" panose="020B0604020202020204" pitchFamily="34" charset="0"/>
              <a:buChar char="•"/>
              <a:defRPr/>
            </a:pPr>
            <a:r>
              <a:rPr lang="en-IN" sz="1100" kern="0">
                <a:solidFill>
                  <a:srgbClr val="000000"/>
                </a:solidFill>
                <a:latin typeface="HCLTech Roobert" panose="020B0504030202060203" pitchFamily="2" charset="0"/>
                <a:cs typeface="HCLTech Roobert" panose="020B0504030202060203" pitchFamily="2" charset="0"/>
              </a:rPr>
              <a:t>Integration with external system</a:t>
            </a:r>
            <a:endParaRPr lang="en-US" sz="1100">
              <a:latin typeface="HCLTech Roobert" panose="020B0504030202060203" pitchFamily="2" charset="0"/>
              <a:cs typeface="HCLTech Roobert" panose="020B0504030202060203" pitchFamily="2" charset="0"/>
            </a:endParaRPr>
          </a:p>
          <a:p>
            <a:pPr marL="228600" marR="0" lvl="2" indent="-228600" algn="l" defTabSz="914400" rtl="0" eaLnBrk="1" fontAlgn="base" latinLnBrk="0" hangingPunct="1">
              <a:lnSpc>
                <a:spcPct val="150000"/>
              </a:lnSpc>
              <a:spcBef>
                <a:spcPts val="0"/>
              </a:spcBef>
              <a:spcAft>
                <a:spcPts val="0"/>
              </a:spcAft>
              <a:buClrTx/>
              <a:buSzTx/>
              <a:buFont typeface="Arial" panose="020B0604020202020204" pitchFamily="34" charset="0"/>
              <a:buChar char="•"/>
              <a:tabLst/>
              <a:defRPr/>
            </a:pPr>
            <a:r>
              <a:rPr lang="en-IN" sz="1100" kern="0">
                <a:solidFill>
                  <a:srgbClr val="000000"/>
                </a:solidFill>
                <a:latin typeface="HCLTech Roobert" pitchFamily="2" charset="0"/>
                <a:cs typeface="HCLTech Roobert" pitchFamily="2" charset="0"/>
              </a:rPr>
              <a:t>Existing data migration.</a:t>
            </a:r>
          </a:p>
          <a:p>
            <a:pPr marL="228600" lvl="2" indent="-228600">
              <a:lnSpc>
                <a:spcPct val="150000"/>
              </a:lnSpc>
              <a:buFont typeface="Arial" panose="020B0604020202020204" pitchFamily="34" charset="0"/>
              <a:buChar char="•"/>
              <a:defRPr/>
            </a:pPr>
            <a:r>
              <a:rPr lang="en-IN" sz="1100" kern="0">
                <a:solidFill>
                  <a:srgbClr val="000000"/>
                </a:solidFill>
                <a:latin typeface="HCLTech Roobert" pitchFamily="2" charset="0"/>
                <a:cs typeface="HCLTech Roobert" pitchFamily="2" charset="0"/>
              </a:rPr>
              <a:t>Training to business users</a:t>
            </a:r>
          </a:p>
          <a:p>
            <a:pPr marL="228600" lvl="2" indent="-228600">
              <a:lnSpc>
                <a:spcPct val="150000"/>
              </a:lnSpc>
              <a:buFont typeface="Arial" panose="020B0604020202020204" pitchFamily="34" charset="0"/>
              <a:buChar char="•"/>
              <a:defRPr/>
            </a:pPr>
            <a:r>
              <a:rPr lang="en-IN" sz="1100" kern="0">
                <a:solidFill>
                  <a:srgbClr val="000000"/>
                </a:solidFill>
                <a:latin typeface="HCLTech Roobert" pitchFamily="2" charset="0"/>
                <a:cs typeface="HCLTech Roobert" pitchFamily="2" charset="0"/>
              </a:rPr>
              <a:t>Change management</a:t>
            </a:r>
          </a:p>
          <a:p>
            <a:pPr marL="228600" marR="0" lvl="2" indent="-228600" algn="l" defTabSz="914400">
              <a:lnSpc>
                <a:spcPct val="150000"/>
              </a:lnSpc>
              <a:spcBef>
                <a:spcPts val="0"/>
              </a:spcBef>
              <a:spcAft>
                <a:spcPts val="0"/>
              </a:spcAft>
              <a:buClrTx/>
              <a:buSzTx/>
              <a:buFont typeface="Arial" panose="020B0604020202020204" pitchFamily="34" charset="0"/>
              <a:buChar char="•"/>
              <a:tabLst/>
              <a:defRPr/>
            </a:pPr>
            <a:endParaRPr lang="en-IN" sz="1100" b="0" i="0" u="none" strike="noStrike" kern="0" cap="none" spc="0" normalizeH="0" baseline="0" noProof="0">
              <a:ln>
                <a:noFill/>
              </a:ln>
              <a:solidFill>
                <a:srgbClr val="000000"/>
              </a:solidFill>
              <a:effectLst/>
              <a:uLnTx/>
              <a:uFillTx/>
              <a:latin typeface="HCLTech Roobert" panose="020B0504030202060203" pitchFamily="2" charset="0"/>
              <a:cs typeface="HCLTech Roobert" pitchFamily="2" charset="0"/>
            </a:endParaRPr>
          </a:p>
          <a:p>
            <a:pPr marL="0" marR="0" lvl="2" algn="l" defTabSz="914400" rtl="0" eaLnBrk="1" fontAlgn="base" latinLnBrk="0" hangingPunct="1">
              <a:lnSpc>
                <a:spcPct val="100000"/>
              </a:lnSpc>
              <a:spcBef>
                <a:spcPts val="0"/>
              </a:spcBef>
              <a:spcAft>
                <a:spcPts val="0"/>
              </a:spcAft>
              <a:buClrTx/>
              <a:buSzTx/>
              <a:tabLst/>
              <a:defRPr/>
            </a:pPr>
            <a:endParaRPr lang="en-IN" sz="1100" b="0" i="0" u="none" strike="noStrike" kern="0" cap="none" spc="0" normalizeH="0" baseline="0" noProof="0">
              <a:ln>
                <a:noFill/>
              </a:ln>
              <a:solidFill>
                <a:srgbClr val="000000"/>
              </a:solidFill>
              <a:effectLst/>
              <a:uLnTx/>
              <a:uFillTx/>
              <a:latin typeface="HCLTech Roobert" panose="020B0504030202060203" pitchFamily="2" charset="0"/>
              <a:cs typeface="HCLTech Roobert" pitchFamily="2" charset="0"/>
            </a:endParaRPr>
          </a:p>
          <a:p>
            <a:pPr marL="228600" lvl="2" indent="-228600" fontAlgn="base">
              <a:buFont typeface="Arial" panose="020B0604020202020204" pitchFamily="34" charset="0"/>
              <a:buChar char="•"/>
              <a:defRPr/>
            </a:pPr>
            <a:endParaRPr lang="en-IN" sz="1100" kern="0">
              <a:solidFill>
                <a:srgbClr val="000000"/>
              </a:solidFill>
              <a:latin typeface="HCLTech Roobert" panose="020B0504030202060203" pitchFamily="2" charset="0"/>
              <a:cs typeface="HCLTech Roobert" pitchFamily="2" charset="0"/>
            </a:endParaRPr>
          </a:p>
        </p:txBody>
      </p:sp>
      <p:cxnSp>
        <p:nvCxnSpPr>
          <p:cNvPr id="17" name="Straight Connector 16">
            <a:extLst>
              <a:ext uri="{FF2B5EF4-FFF2-40B4-BE49-F238E27FC236}">
                <a16:creationId xmlns:a16="http://schemas.microsoft.com/office/drawing/2014/main" id="{74D90767-F404-06D5-827A-8885E7F539DB}"/>
              </a:ext>
            </a:extLst>
          </p:cNvPr>
          <p:cNvCxnSpPr>
            <a:cxnSpLocks/>
          </p:cNvCxnSpPr>
          <p:nvPr/>
        </p:nvCxnSpPr>
        <p:spPr>
          <a:xfrm>
            <a:off x="8956655" y="2917261"/>
            <a:ext cx="0" cy="290044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140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0E856-EB5D-766B-75E7-F863E40C327C}"/>
            </a:ext>
          </a:extLst>
        </p:cNvPr>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2566761C-B7B7-A43C-14B4-2E7401DC0797}"/>
              </a:ext>
            </a:extLst>
          </p:cNvPr>
          <p:cNvSpPr>
            <a:spLocks noGrp="1"/>
          </p:cNvSpPr>
          <p:nvPr>
            <p:ph type="ftr" sz="quarter" idx="10"/>
          </p:nvPr>
        </p:nvSpPr>
        <p:spPr>
          <a:xfrm>
            <a:off x="894166" y="6465600"/>
            <a:ext cx="1990930"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Copyright © </a:t>
            </a:r>
            <a:r>
              <a:rPr lang="en-US">
                <a:solidFill>
                  <a:srgbClr val="000000">
                    <a:alpha val="50000"/>
                  </a:srgbClr>
                </a:solidFill>
                <a:latin typeface="HCLTech Roobert Light"/>
              </a:rPr>
              <a:t>2026 HCLTech</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 Confidential</a:t>
            </a:r>
          </a:p>
        </p:txBody>
      </p:sp>
      <p:sp>
        <p:nvSpPr>
          <p:cNvPr id="12" name="Slide Number Placeholder 11">
            <a:extLst>
              <a:ext uri="{FF2B5EF4-FFF2-40B4-BE49-F238E27FC236}">
                <a16:creationId xmlns:a16="http://schemas.microsoft.com/office/drawing/2014/main" id="{20D1A5B0-D795-3B34-39AD-82FBD0078032}"/>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E577F39-B882-FB4F-BD46-95C2A231B68A}" type="slidenum">
              <a:rPr kumimoji="0" lang="en-US" sz="800" b="0" i="0" u="none" strike="noStrike" kern="1200" cap="none" spc="0" normalizeH="0" baseline="0" noProof="0" smtClean="0">
                <a:ln>
                  <a:noFill/>
                </a:ln>
                <a:solidFill>
                  <a:srgbClr val="000000">
                    <a:alpha val="50000"/>
                  </a:srgbClr>
                </a:solidFill>
                <a:effectLst/>
                <a:uLnTx/>
                <a:uFillTx/>
                <a:latin typeface="HCLTech Roobert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endParaRPr>
          </a:p>
        </p:txBody>
      </p:sp>
      <p:pic>
        <p:nvPicPr>
          <p:cNvPr id="8" name="object 9">
            <a:extLst>
              <a:ext uri="{FF2B5EF4-FFF2-40B4-BE49-F238E27FC236}">
                <a16:creationId xmlns:a16="http://schemas.microsoft.com/office/drawing/2014/main" id="{7B22553A-34E7-9BBF-2C6F-0F092661FE96}"/>
              </a:ext>
              <a:ext uri="{C183D7F6-B498-43B3-948B-1728B52AA6E4}">
                <adec:decorative xmlns:adec="http://schemas.microsoft.com/office/drawing/2017/decorative" val="1"/>
              </a:ext>
            </a:extLst>
          </p:cNvPr>
          <p:cNvPicPr/>
          <p:nvPr/>
        </p:nvPicPr>
        <p:blipFill>
          <a:blip r:embed="rId3" cstate="screen">
            <a:extLst>
              <a:ext uri="{28A0092B-C50C-407E-A947-70E740481C1C}">
                <a14:useLocalDpi xmlns:a14="http://schemas.microsoft.com/office/drawing/2010/main"/>
              </a:ext>
            </a:extLst>
          </a:blip>
          <a:stretch>
            <a:fillRect/>
          </a:stretch>
        </p:blipFill>
        <p:spPr>
          <a:xfrm>
            <a:off x="11206" y="21722"/>
            <a:ext cx="12192000" cy="632700"/>
          </a:xfrm>
          <a:prstGeom prst="rect">
            <a:avLst/>
          </a:prstGeom>
        </p:spPr>
      </p:pic>
      <p:sp>
        <p:nvSpPr>
          <p:cNvPr id="10" name="Text 0">
            <a:extLst>
              <a:ext uri="{FF2B5EF4-FFF2-40B4-BE49-F238E27FC236}">
                <a16:creationId xmlns:a16="http://schemas.microsoft.com/office/drawing/2014/main" id="{E01E5CA4-FB24-E6E7-3C44-E3A1E894B59D}"/>
              </a:ext>
            </a:extLst>
          </p:cNvPr>
          <p:cNvSpPr/>
          <p:nvPr/>
        </p:nvSpPr>
        <p:spPr>
          <a:xfrm>
            <a:off x="139503" y="140387"/>
            <a:ext cx="11194929" cy="415363"/>
          </a:xfrm>
          <a:prstGeom prst="rect">
            <a:avLst/>
          </a:prstGeom>
          <a:noFill/>
          <a:ln/>
        </p:spPr>
        <p:txBody>
          <a:bodyPr wrap="square" lIns="0" tIns="0" rIns="0" bIns="0" rtlCol="0" anchor="ctr"/>
          <a:lstStyle/>
          <a:p>
            <a:r>
              <a:rPr lang="en-US" sz="2400" b="1">
                <a:solidFill>
                  <a:srgbClr val="FFFFFF"/>
                </a:solidFill>
                <a:latin typeface="HCLTech Roobert ExtraBold"/>
                <a:cs typeface="HCLTech Roobert ExtraBold"/>
              </a:rPr>
              <a:t>Business Process Flow</a:t>
            </a:r>
            <a:endParaRPr lang="en-US">
              <a:ea typeface="+mj-ea"/>
            </a:endParaRPr>
          </a:p>
        </p:txBody>
      </p:sp>
      <p:sp>
        <p:nvSpPr>
          <p:cNvPr id="5" name="Shape 2">
            <a:extLst>
              <a:ext uri="{FF2B5EF4-FFF2-40B4-BE49-F238E27FC236}">
                <a16:creationId xmlns:a16="http://schemas.microsoft.com/office/drawing/2014/main" id="{62EBAB3C-CA32-7D54-006B-2FF7BADA227B}"/>
              </a:ext>
            </a:extLst>
          </p:cNvPr>
          <p:cNvSpPr/>
          <p:nvPr/>
        </p:nvSpPr>
        <p:spPr>
          <a:xfrm>
            <a:off x="384048" y="941832"/>
            <a:ext cx="1078992" cy="658368"/>
          </a:xfrm>
          <a:prstGeom prst="roundRect">
            <a:avLst>
              <a:gd name="adj" fmla="val 11111"/>
            </a:avLst>
          </a:prstGeom>
          <a:solidFill>
            <a:srgbClr val="172A52"/>
          </a:solidFill>
          <a:ln w="12700">
            <a:solidFill>
              <a:srgbClr val="172A52"/>
            </a:solidFill>
            <a:prstDash val="solid"/>
          </a:ln>
        </p:spPr>
        <p:txBody>
          <a:bodyPr/>
          <a:lstStyle/>
          <a:p>
            <a:endParaRPr lang="en-IN">
              <a:latin typeface="HCLTech Roobert" panose="020B0504030202060203" pitchFamily="2" charset="0"/>
              <a:cs typeface="HCLTech Roobert" panose="020B0504030202060203" pitchFamily="2" charset="0"/>
            </a:endParaRPr>
          </a:p>
        </p:txBody>
      </p:sp>
      <p:sp>
        <p:nvSpPr>
          <p:cNvPr id="9" name="Text 3">
            <a:extLst>
              <a:ext uri="{FF2B5EF4-FFF2-40B4-BE49-F238E27FC236}">
                <a16:creationId xmlns:a16="http://schemas.microsoft.com/office/drawing/2014/main" id="{0F191A19-B0AC-2C11-0007-37A4EB42F45E}"/>
              </a:ext>
            </a:extLst>
          </p:cNvPr>
          <p:cNvSpPr/>
          <p:nvPr/>
        </p:nvSpPr>
        <p:spPr>
          <a:xfrm>
            <a:off x="429768" y="1069848"/>
            <a:ext cx="987552" cy="384048"/>
          </a:xfrm>
          <a:prstGeom prst="rect">
            <a:avLst/>
          </a:prstGeom>
          <a:noFill/>
          <a:ln/>
        </p:spPr>
        <p:txBody>
          <a:bodyPr wrap="square" lIns="0" tIns="0" rIns="0" bIns="0" rtlCol="0" anchor="ctr"/>
          <a:lstStyle/>
          <a:p>
            <a:pPr marL="0" indent="0" algn="ctr">
              <a:buNone/>
            </a:pPr>
            <a:r>
              <a:rPr lang="en-US" sz="1100" b="1">
                <a:solidFill>
                  <a:srgbClr val="FFFFFF"/>
                </a:solidFill>
                <a:latin typeface="HCLTech Roobert" panose="020B0504030202060203" pitchFamily="2" charset="0"/>
                <a:cs typeface="HCLTech Roobert" panose="020B0504030202060203" pitchFamily="2" charset="0"/>
              </a:rPr>
              <a:t>Phase</a:t>
            </a:r>
            <a:endParaRPr lang="en-US">
              <a:latin typeface="HCLTech Roobert" panose="020B0504030202060203" pitchFamily="2" charset="0"/>
              <a:cs typeface="HCLTech Roobert" panose="020B0504030202060203" pitchFamily="2" charset="0"/>
            </a:endParaRPr>
          </a:p>
        </p:txBody>
      </p:sp>
      <p:sp>
        <p:nvSpPr>
          <p:cNvPr id="16" name="Shape 4">
            <a:extLst>
              <a:ext uri="{FF2B5EF4-FFF2-40B4-BE49-F238E27FC236}">
                <a16:creationId xmlns:a16="http://schemas.microsoft.com/office/drawing/2014/main" id="{4418E592-BD21-B9AC-77D9-93E019CF6D07}"/>
              </a:ext>
            </a:extLst>
          </p:cNvPr>
          <p:cNvSpPr/>
          <p:nvPr/>
        </p:nvSpPr>
        <p:spPr>
          <a:xfrm>
            <a:off x="1606671" y="952270"/>
            <a:ext cx="1826563" cy="637492"/>
          </a:xfrm>
          <a:prstGeom prst="chevron">
            <a:avLst/>
          </a:prstGeom>
          <a:solidFill>
            <a:srgbClr val="172A52"/>
          </a:solidFill>
          <a:ln w="12700">
            <a:solidFill>
              <a:srgbClr val="FFFFFF">
                <a:alpha val="0"/>
              </a:srgbClr>
            </a:solidFill>
            <a:prstDash val="solid"/>
          </a:ln>
        </p:spPr>
        <p:txBody>
          <a:bodyPr/>
          <a:lstStyle/>
          <a:p>
            <a:endParaRPr lang="en-IN">
              <a:latin typeface="HCLTech Roobert" panose="020B0504030202060203" pitchFamily="2" charset="0"/>
              <a:cs typeface="HCLTech Roobert" panose="020B0504030202060203" pitchFamily="2" charset="0"/>
            </a:endParaRPr>
          </a:p>
        </p:txBody>
      </p:sp>
      <p:sp>
        <p:nvSpPr>
          <p:cNvPr id="19" name="Text 5">
            <a:extLst>
              <a:ext uri="{FF2B5EF4-FFF2-40B4-BE49-F238E27FC236}">
                <a16:creationId xmlns:a16="http://schemas.microsoft.com/office/drawing/2014/main" id="{9448BD21-2447-61BC-6780-7A229DD45DEA}"/>
              </a:ext>
            </a:extLst>
          </p:cNvPr>
          <p:cNvSpPr/>
          <p:nvPr/>
        </p:nvSpPr>
        <p:spPr>
          <a:xfrm>
            <a:off x="1889194" y="964692"/>
            <a:ext cx="1338279" cy="640080"/>
          </a:xfrm>
          <a:prstGeom prst="rect">
            <a:avLst/>
          </a:prstGeom>
          <a:noFill/>
          <a:ln/>
        </p:spPr>
        <p:txBody>
          <a:bodyPr wrap="square" lIns="127" tIns="127" rIns="127" bIns="127" rtlCol="0" anchor="ctr">
            <a:normAutofit/>
          </a:bodyPr>
          <a:lstStyle/>
          <a:p>
            <a:pPr algn="ctr"/>
            <a:r>
              <a:rPr lang="en-US" sz="800" b="1">
                <a:solidFill>
                  <a:srgbClr val="FFFFFF"/>
                </a:solidFill>
                <a:latin typeface="HCLTech Roobert" panose="020B0504030202060203" pitchFamily="2" charset="0"/>
                <a:ea typeface="Arial" pitchFamily="34" charset="-122"/>
                <a:cs typeface="HCLTech Roobert" panose="020B0504030202060203" pitchFamily="2" charset="0"/>
              </a:rPr>
              <a:t>Request Initiation</a:t>
            </a:r>
            <a:endParaRPr lang="en-US" sz="800">
              <a:latin typeface="HCLTech Roobert" panose="020B0504030202060203" pitchFamily="2" charset="0"/>
              <a:cs typeface="HCLTech Roobert" panose="020B0504030202060203" pitchFamily="2" charset="0"/>
            </a:endParaRPr>
          </a:p>
        </p:txBody>
      </p:sp>
      <p:sp>
        <p:nvSpPr>
          <p:cNvPr id="21" name="Shape 6">
            <a:extLst>
              <a:ext uri="{FF2B5EF4-FFF2-40B4-BE49-F238E27FC236}">
                <a16:creationId xmlns:a16="http://schemas.microsoft.com/office/drawing/2014/main" id="{4ACC5C54-6823-59F3-9551-564E26F96184}"/>
              </a:ext>
            </a:extLst>
          </p:cNvPr>
          <p:cNvSpPr/>
          <p:nvPr/>
        </p:nvSpPr>
        <p:spPr>
          <a:xfrm>
            <a:off x="3335907" y="962709"/>
            <a:ext cx="1837000" cy="658368"/>
          </a:xfrm>
          <a:prstGeom prst="chevron">
            <a:avLst/>
          </a:prstGeom>
          <a:solidFill>
            <a:srgbClr val="2E4A7D"/>
          </a:solidFill>
          <a:ln w="12700">
            <a:solidFill>
              <a:srgbClr val="FFFFFF">
                <a:alpha val="0"/>
              </a:srgbClr>
            </a:solidFill>
            <a:prstDash val="solid"/>
          </a:ln>
        </p:spPr>
        <p:txBody>
          <a:bodyPr/>
          <a:lstStyle/>
          <a:p>
            <a:endParaRPr lang="en-IN">
              <a:latin typeface="HCLTech Roobert" panose="020B0504030202060203" pitchFamily="2" charset="0"/>
              <a:cs typeface="HCLTech Roobert" panose="020B0504030202060203" pitchFamily="2" charset="0"/>
            </a:endParaRPr>
          </a:p>
        </p:txBody>
      </p:sp>
      <p:sp>
        <p:nvSpPr>
          <p:cNvPr id="23" name="Text 7">
            <a:extLst>
              <a:ext uri="{FF2B5EF4-FFF2-40B4-BE49-F238E27FC236}">
                <a16:creationId xmlns:a16="http://schemas.microsoft.com/office/drawing/2014/main" id="{6C42DD9A-9EB9-00D3-98CD-2D9F50A9A8B4}"/>
              </a:ext>
            </a:extLst>
          </p:cNvPr>
          <p:cNvSpPr/>
          <p:nvPr/>
        </p:nvSpPr>
        <p:spPr>
          <a:xfrm>
            <a:off x="3578973" y="964692"/>
            <a:ext cx="1338279" cy="640080"/>
          </a:xfrm>
          <a:prstGeom prst="rect">
            <a:avLst/>
          </a:prstGeom>
          <a:noFill/>
          <a:ln/>
        </p:spPr>
        <p:txBody>
          <a:bodyPr wrap="square" lIns="127" tIns="127" rIns="127" bIns="127" rtlCol="0" anchor="ctr">
            <a:normAutofit/>
          </a:bodyPr>
          <a:lstStyle/>
          <a:p>
            <a:pPr algn="ctr"/>
            <a:r>
              <a:rPr lang="en-US" sz="800" b="1">
                <a:solidFill>
                  <a:srgbClr val="FFFFFF"/>
                </a:solidFill>
                <a:latin typeface="HCLTech Roobert" panose="020B0504030202060203" pitchFamily="2" charset="0"/>
                <a:cs typeface="HCLTech Roobert" panose="020B0504030202060203" pitchFamily="2" charset="0"/>
              </a:rPr>
              <a:t>APPG Review</a:t>
            </a:r>
            <a:endParaRPr lang="en-US" sz="800">
              <a:latin typeface="HCLTech Roobert" panose="020B0504030202060203" pitchFamily="2" charset="0"/>
              <a:cs typeface="HCLTech Roobert" panose="020B0504030202060203" pitchFamily="2" charset="0"/>
            </a:endParaRPr>
          </a:p>
        </p:txBody>
      </p:sp>
      <p:sp>
        <p:nvSpPr>
          <p:cNvPr id="25" name="Shape 8">
            <a:extLst>
              <a:ext uri="{FF2B5EF4-FFF2-40B4-BE49-F238E27FC236}">
                <a16:creationId xmlns:a16="http://schemas.microsoft.com/office/drawing/2014/main" id="{168D8131-BE1C-852F-EA79-AB5AB4383C37}"/>
              </a:ext>
            </a:extLst>
          </p:cNvPr>
          <p:cNvSpPr/>
          <p:nvPr/>
        </p:nvSpPr>
        <p:spPr>
          <a:xfrm>
            <a:off x="5075583" y="962709"/>
            <a:ext cx="1826563" cy="658368"/>
          </a:xfrm>
          <a:prstGeom prst="chevron">
            <a:avLst/>
          </a:prstGeom>
          <a:solidFill>
            <a:srgbClr val="172A52"/>
          </a:solidFill>
          <a:ln w="12700">
            <a:solidFill>
              <a:srgbClr val="FFFFFF">
                <a:alpha val="0"/>
              </a:srgbClr>
            </a:solidFill>
            <a:prstDash val="solid"/>
          </a:ln>
        </p:spPr>
        <p:txBody>
          <a:bodyPr/>
          <a:lstStyle/>
          <a:p>
            <a:endParaRPr lang="en-IN">
              <a:latin typeface="HCLTech Roobert" panose="020B0504030202060203" pitchFamily="2" charset="0"/>
              <a:cs typeface="HCLTech Roobert" panose="020B0504030202060203" pitchFamily="2" charset="0"/>
            </a:endParaRPr>
          </a:p>
        </p:txBody>
      </p:sp>
      <p:sp>
        <p:nvSpPr>
          <p:cNvPr id="27" name="Text 9">
            <a:extLst>
              <a:ext uri="{FF2B5EF4-FFF2-40B4-BE49-F238E27FC236}">
                <a16:creationId xmlns:a16="http://schemas.microsoft.com/office/drawing/2014/main" id="{052F8D86-39DD-9B6A-A431-C109CDCBDFCF}"/>
              </a:ext>
            </a:extLst>
          </p:cNvPr>
          <p:cNvSpPr/>
          <p:nvPr/>
        </p:nvSpPr>
        <p:spPr>
          <a:xfrm>
            <a:off x="5366102" y="964692"/>
            <a:ext cx="1338279" cy="640080"/>
          </a:xfrm>
          <a:prstGeom prst="rect">
            <a:avLst/>
          </a:prstGeom>
          <a:noFill/>
          <a:ln/>
        </p:spPr>
        <p:txBody>
          <a:bodyPr wrap="square" lIns="127" tIns="127" rIns="127" bIns="127" rtlCol="0" anchor="ctr">
            <a:normAutofit/>
          </a:bodyPr>
          <a:lstStyle/>
          <a:p>
            <a:pPr algn="ctr"/>
            <a:r>
              <a:rPr lang="en-US" sz="800" b="1">
                <a:solidFill>
                  <a:srgbClr val="FFFFFF"/>
                </a:solidFill>
                <a:latin typeface="HCLTech Roobert" panose="020B0504030202060203" pitchFamily="2" charset="0"/>
                <a:ea typeface="Arial" pitchFamily="34" charset="-122"/>
                <a:cs typeface="HCLTech Roobert" panose="020B0504030202060203" pitchFamily="2" charset="0"/>
              </a:rPr>
              <a:t>Internal Alignment</a:t>
            </a:r>
            <a:endParaRPr lang="en-US" sz="800">
              <a:latin typeface="HCLTech Roobert" panose="020B0504030202060203" pitchFamily="2" charset="0"/>
              <a:cs typeface="HCLTech Roobert" panose="020B0504030202060203" pitchFamily="2" charset="0"/>
            </a:endParaRPr>
          </a:p>
        </p:txBody>
      </p:sp>
      <p:sp>
        <p:nvSpPr>
          <p:cNvPr id="29" name="Shape 10">
            <a:extLst>
              <a:ext uri="{FF2B5EF4-FFF2-40B4-BE49-F238E27FC236}">
                <a16:creationId xmlns:a16="http://schemas.microsoft.com/office/drawing/2014/main" id="{A1BA0E9D-38C9-A191-6FF3-0BB502B7F0AC}"/>
              </a:ext>
            </a:extLst>
          </p:cNvPr>
          <p:cNvSpPr/>
          <p:nvPr/>
        </p:nvSpPr>
        <p:spPr>
          <a:xfrm>
            <a:off x="6804818" y="973147"/>
            <a:ext cx="1826562" cy="658368"/>
          </a:xfrm>
          <a:prstGeom prst="chevron">
            <a:avLst/>
          </a:prstGeom>
          <a:solidFill>
            <a:srgbClr val="2E4A7D"/>
          </a:solidFill>
          <a:ln w="12700">
            <a:solidFill>
              <a:srgbClr val="FFFFFF">
                <a:alpha val="0"/>
              </a:srgbClr>
            </a:solidFill>
            <a:prstDash val="solid"/>
          </a:ln>
        </p:spPr>
        <p:txBody>
          <a:bodyPr/>
          <a:lstStyle/>
          <a:p>
            <a:endParaRPr lang="en-IN">
              <a:latin typeface="HCLTech Roobert" panose="020B0504030202060203" pitchFamily="2" charset="0"/>
              <a:cs typeface="HCLTech Roobert" panose="020B0504030202060203" pitchFamily="2" charset="0"/>
            </a:endParaRPr>
          </a:p>
        </p:txBody>
      </p:sp>
      <p:sp>
        <p:nvSpPr>
          <p:cNvPr id="31" name="Text 11">
            <a:extLst>
              <a:ext uri="{FF2B5EF4-FFF2-40B4-BE49-F238E27FC236}">
                <a16:creationId xmlns:a16="http://schemas.microsoft.com/office/drawing/2014/main" id="{329553FC-0057-8F5A-707C-6822797B17FA}"/>
              </a:ext>
            </a:extLst>
          </p:cNvPr>
          <p:cNvSpPr/>
          <p:nvPr/>
        </p:nvSpPr>
        <p:spPr>
          <a:xfrm>
            <a:off x="7084900" y="964692"/>
            <a:ext cx="1338279" cy="640080"/>
          </a:xfrm>
          <a:prstGeom prst="rect">
            <a:avLst/>
          </a:prstGeom>
          <a:noFill/>
          <a:ln/>
        </p:spPr>
        <p:txBody>
          <a:bodyPr wrap="square" lIns="127" tIns="127" rIns="127" bIns="127" rtlCol="0" anchor="ctr">
            <a:normAutofit/>
          </a:bodyPr>
          <a:lstStyle/>
          <a:p>
            <a:pPr algn="ctr"/>
            <a:r>
              <a:rPr lang="en-US" sz="800" b="1">
                <a:solidFill>
                  <a:srgbClr val="FFFFFF"/>
                </a:solidFill>
                <a:latin typeface="HCLTech Roobert" panose="020B0504030202060203" pitchFamily="2" charset="0"/>
                <a:ea typeface="Arial" pitchFamily="34" charset="-122"/>
                <a:cs typeface="HCLTech Roobert" panose="020B0504030202060203" pitchFamily="2" charset="0"/>
              </a:rPr>
              <a:t>Funding Approval</a:t>
            </a:r>
            <a:endParaRPr lang="en-US" sz="800">
              <a:latin typeface="HCLTech Roobert" panose="020B0504030202060203" pitchFamily="2" charset="0"/>
              <a:cs typeface="HCLTech Roobert" panose="020B0504030202060203" pitchFamily="2" charset="0"/>
            </a:endParaRPr>
          </a:p>
        </p:txBody>
      </p:sp>
      <p:sp>
        <p:nvSpPr>
          <p:cNvPr id="33" name="Shape 12">
            <a:extLst>
              <a:ext uri="{FF2B5EF4-FFF2-40B4-BE49-F238E27FC236}">
                <a16:creationId xmlns:a16="http://schemas.microsoft.com/office/drawing/2014/main" id="{BA891998-02AD-3E6B-CC04-3BA357B7AFE9}"/>
              </a:ext>
            </a:extLst>
          </p:cNvPr>
          <p:cNvSpPr/>
          <p:nvPr/>
        </p:nvSpPr>
        <p:spPr>
          <a:xfrm>
            <a:off x="8523616" y="973147"/>
            <a:ext cx="1836999" cy="658368"/>
          </a:xfrm>
          <a:prstGeom prst="chevron">
            <a:avLst/>
          </a:prstGeom>
          <a:solidFill>
            <a:srgbClr val="172A52"/>
          </a:solidFill>
          <a:ln w="12700">
            <a:solidFill>
              <a:srgbClr val="FFFFFF">
                <a:alpha val="0"/>
              </a:srgbClr>
            </a:solidFill>
            <a:prstDash val="solid"/>
          </a:ln>
        </p:spPr>
        <p:txBody>
          <a:bodyPr/>
          <a:lstStyle/>
          <a:p>
            <a:endParaRPr lang="en-IN">
              <a:latin typeface="HCLTech Roobert" panose="020B0504030202060203" pitchFamily="2" charset="0"/>
              <a:cs typeface="HCLTech Roobert" panose="020B0504030202060203" pitchFamily="2" charset="0"/>
            </a:endParaRPr>
          </a:p>
        </p:txBody>
      </p:sp>
      <p:sp>
        <p:nvSpPr>
          <p:cNvPr id="35" name="Text 13">
            <a:extLst>
              <a:ext uri="{FF2B5EF4-FFF2-40B4-BE49-F238E27FC236}">
                <a16:creationId xmlns:a16="http://schemas.microsoft.com/office/drawing/2014/main" id="{A39974AB-C329-B18C-6FA2-3C148D24AADD}"/>
              </a:ext>
            </a:extLst>
          </p:cNvPr>
          <p:cNvSpPr/>
          <p:nvPr/>
        </p:nvSpPr>
        <p:spPr>
          <a:xfrm>
            <a:off x="8741660" y="964692"/>
            <a:ext cx="1400909" cy="640080"/>
          </a:xfrm>
          <a:prstGeom prst="rect">
            <a:avLst/>
          </a:prstGeom>
          <a:noFill/>
          <a:ln/>
        </p:spPr>
        <p:txBody>
          <a:bodyPr wrap="square" lIns="127" tIns="127" rIns="127" bIns="127" rtlCol="0" anchor="ctr">
            <a:normAutofit/>
          </a:bodyPr>
          <a:lstStyle/>
          <a:p>
            <a:pPr marL="0" indent="0" algn="ctr">
              <a:buNone/>
            </a:pPr>
            <a:r>
              <a:rPr lang="en-US" sz="800" b="1">
                <a:solidFill>
                  <a:srgbClr val="FFFFFF"/>
                </a:solidFill>
                <a:latin typeface="HCLTech Roobert" panose="020B0504030202060203" pitchFamily="2" charset="0"/>
                <a:ea typeface="Arial" pitchFamily="34" charset="-122"/>
                <a:cs typeface="HCLTech Roobert" panose="020B0504030202060203" pitchFamily="2" charset="0"/>
              </a:rPr>
              <a:t>Execution</a:t>
            </a:r>
            <a:endParaRPr lang="en-US" sz="800">
              <a:latin typeface="HCLTech Roobert" panose="020B0504030202060203" pitchFamily="2" charset="0"/>
              <a:cs typeface="HCLTech Roobert" panose="020B0504030202060203" pitchFamily="2" charset="0"/>
            </a:endParaRPr>
          </a:p>
        </p:txBody>
      </p:sp>
      <p:sp>
        <p:nvSpPr>
          <p:cNvPr id="37" name="Shape 14">
            <a:extLst>
              <a:ext uri="{FF2B5EF4-FFF2-40B4-BE49-F238E27FC236}">
                <a16:creationId xmlns:a16="http://schemas.microsoft.com/office/drawing/2014/main" id="{32362567-6920-C151-403A-3FDC6C9B4298}"/>
              </a:ext>
            </a:extLst>
          </p:cNvPr>
          <p:cNvSpPr/>
          <p:nvPr/>
        </p:nvSpPr>
        <p:spPr>
          <a:xfrm>
            <a:off x="10242414" y="962709"/>
            <a:ext cx="1826562" cy="658368"/>
          </a:xfrm>
          <a:prstGeom prst="chevron">
            <a:avLst/>
          </a:prstGeom>
          <a:solidFill>
            <a:srgbClr val="2E4A7D"/>
          </a:solidFill>
          <a:ln w="12700">
            <a:solidFill>
              <a:srgbClr val="FFFFFF">
                <a:alpha val="0"/>
              </a:srgbClr>
            </a:solidFill>
            <a:prstDash val="solid"/>
          </a:ln>
        </p:spPr>
        <p:txBody>
          <a:bodyPr/>
          <a:lstStyle/>
          <a:p>
            <a:endParaRPr lang="en-IN">
              <a:latin typeface="HCLTech Roobert" panose="020B0504030202060203" pitchFamily="2" charset="0"/>
              <a:cs typeface="HCLTech Roobert" panose="020B0504030202060203" pitchFamily="2" charset="0"/>
            </a:endParaRPr>
          </a:p>
        </p:txBody>
      </p:sp>
      <p:sp>
        <p:nvSpPr>
          <p:cNvPr id="39" name="Text 15">
            <a:extLst>
              <a:ext uri="{FF2B5EF4-FFF2-40B4-BE49-F238E27FC236}">
                <a16:creationId xmlns:a16="http://schemas.microsoft.com/office/drawing/2014/main" id="{F961181C-B396-A064-7A8C-81B4E88B157E}"/>
              </a:ext>
            </a:extLst>
          </p:cNvPr>
          <p:cNvSpPr/>
          <p:nvPr/>
        </p:nvSpPr>
        <p:spPr>
          <a:xfrm>
            <a:off x="10460460" y="964692"/>
            <a:ext cx="1338279" cy="640080"/>
          </a:xfrm>
          <a:prstGeom prst="rect">
            <a:avLst/>
          </a:prstGeom>
          <a:noFill/>
          <a:ln/>
        </p:spPr>
        <p:txBody>
          <a:bodyPr wrap="square" lIns="127" tIns="127" rIns="127" bIns="127" rtlCol="0" anchor="ctr">
            <a:normAutofit/>
          </a:bodyPr>
          <a:lstStyle/>
          <a:p>
            <a:pPr marL="0" indent="0" algn="ctr">
              <a:buNone/>
            </a:pPr>
            <a:r>
              <a:rPr lang="en-US" sz="800" b="1">
                <a:solidFill>
                  <a:srgbClr val="FFFFFF"/>
                </a:solidFill>
                <a:latin typeface="HCLTech Roobert" panose="020B0504030202060203" pitchFamily="2" charset="0"/>
                <a:ea typeface="Arial" pitchFamily="34" charset="-122"/>
                <a:cs typeface="HCLTech Roobert" panose="020B0504030202060203" pitchFamily="2" charset="0"/>
              </a:rPr>
              <a:t>Closure</a:t>
            </a:r>
            <a:endParaRPr lang="en-US" sz="800">
              <a:latin typeface="HCLTech Roobert" panose="020B0504030202060203" pitchFamily="2" charset="0"/>
              <a:cs typeface="HCLTech Roobert" panose="020B0504030202060203" pitchFamily="2" charset="0"/>
            </a:endParaRPr>
          </a:p>
        </p:txBody>
      </p:sp>
      <p:sp>
        <p:nvSpPr>
          <p:cNvPr id="41" name="Shape 18">
            <a:extLst>
              <a:ext uri="{FF2B5EF4-FFF2-40B4-BE49-F238E27FC236}">
                <a16:creationId xmlns:a16="http://schemas.microsoft.com/office/drawing/2014/main" id="{F7267654-5719-87E8-8112-5DEB80C71279}"/>
              </a:ext>
            </a:extLst>
          </p:cNvPr>
          <p:cNvSpPr/>
          <p:nvPr/>
        </p:nvSpPr>
        <p:spPr>
          <a:xfrm>
            <a:off x="384048" y="1719072"/>
            <a:ext cx="1078992" cy="896530"/>
          </a:xfrm>
          <a:prstGeom prst="roundRect">
            <a:avLst>
              <a:gd name="adj" fmla="val 6780"/>
            </a:avLst>
          </a:prstGeom>
          <a:solidFill>
            <a:srgbClr val="245A88"/>
          </a:solidFill>
          <a:ln w="12700">
            <a:solidFill>
              <a:srgbClr val="245A88"/>
            </a:solidFill>
            <a:prstDash val="solid"/>
          </a:ln>
        </p:spPr>
        <p:txBody>
          <a:bodyPr/>
          <a:lstStyle/>
          <a:p>
            <a:endParaRPr lang="en-IN">
              <a:latin typeface="HCLTech Roobert" panose="020B0504030202060203" pitchFamily="2" charset="0"/>
              <a:cs typeface="HCLTech Roobert" panose="020B0504030202060203" pitchFamily="2" charset="0"/>
            </a:endParaRPr>
          </a:p>
        </p:txBody>
      </p:sp>
      <p:sp>
        <p:nvSpPr>
          <p:cNvPr id="43" name="Text 19">
            <a:extLst>
              <a:ext uri="{FF2B5EF4-FFF2-40B4-BE49-F238E27FC236}">
                <a16:creationId xmlns:a16="http://schemas.microsoft.com/office/drawing/2014/main" id="{2A7B17E2-E373-0B96-ECAD-8C779C11713C}"/>
              </a:ext>
            </a:extLst>
          </p:cNvPr>
          <p:cNvSpPr/>
          <p:nvPr/>
        </p:nvSpPr>
        <p:spPr>
          <a:xfrm>
            <a:off x="429768" y="2037109"/>
            <a:ext cx="987552" cy="274320"/>
          </a:xfrm>
          <a:prstGeom prst="rect">
            <a:avLst/>
          </a:prstGeom>
          <a:noFill/>
          <a:ln/>
        </p:spPr>
        <p:txBody>
          <a:bodyPr wrap="square" lIns="0" tIns="0" rIns="0" bIns="0" rtlCol="0" anchor="ctr"/>
          <a:lstStyle/>
          <a:p>
            <a:pPr algn="ctr"/>
            <a:r>
              <a:rPr lang="en-US" sz="1200" b="1">
                <a:solidFill>
                  <a:srgbClr val="FFFFFF"/>
                </a:solidFill>
                <a:latin typeface="HCLTech Roobert" panose="020B0504030202060203" pitchFamily="2" charset="0"/>
                <a:cs typeface="HCLTech Roobert" panose="020B0504030202060203" pitchFamily="2" charset="0"/>
              </a:rPr>
              <a:t>User Journey</a:t>
            </a:r>
            <a:endParaRPr lang="en-US">
              <a:latin typeface="HCLTech Roobert" panose="020B0504030202060203" pitchFamily="2" charset="0"/>
              <a:cs typeface="HCLTech Roobert" panose="020B0504030202060203" pitchFamily="2" charset="0"/>
            </a:endParaRPr>
          </a:p>
        </p:txBody>
      </p:sp>
      <p:sp>
        <p:nvSpPr>
          <p:cNvPr id="45" name="Shape 20">
            <a:extLst>
              <a:ext uri="{FF2B5EF4-FFF2-40B4-BE49-F238E27FC236}">
                <a16:creationId xmlns:a16="http://schemas.microsoft.com/office/drawing/2014/main" id="{D3B57C51-E0F3-C7B1-EEF6-8545B4483CD7}"/>
              </a:ext>
            </a:extLst>
          </p:cNvPr>
          <p:cNvSpPr/>
          <p:nvPr/>
        </p:nvSpPr>
        <p:spPr>
          <a:xfrm>
            <a:off x="1700617" y="1729510"/>
            <a:ext cx="1524725" cy="899536"/>
          </a:xfrm>
          <a:prstGeom prst="roundRect">
            <a:avLst>
              <a:gd name="adj" fmla="val 4348"/>
            </a:avLst>
          </a:prstGeom>
          <a:solidFill>
            <a:srgbClr val="EDF3FC"/>
          </a:solidFill>
          <a:ln w="14605">
            <a:solidFill>
              <a:srgbClr val="2F66A3"/>
            </a:solidFill>
            <a:prstDash val="solid"/>
          </a:ln>
        </p:spPr>
        <p:txBody>
          <a:bodyPr lIns="91440" tIns="45720" rIns="91440" bIns="45720" anchor="ctr"/>
          <a:lstStyle/>
          <a:p>
            <a:pPr algn="ctr"/>
            <a:r>
              <a:rPr lang="en-US" sz="1000" b="1">
                <a:latin typeface="HCLTech Roobert" panose="020B0504030202060203" pitchFamily="2" charset="0"/>
                <a:cs typeface="HCLTech Roobert" panose="020B0504030202060203" pitchFamily="2" charset="0"/>
              </a:rPr>
              <a:t>User Creates and Submit a new TV REQUEST</a:t>
            </a:r>
            <a:endParaRPr lang="en-US" b="1">
              <a:latin typeface="HCLTech Roobert" panose="020B0504030202060203" pitchFamily="2" charset="0"/>
              <a:cs typeface="HCLTech Roobert" panose="020B0504030202060203" pitchFamily="2" charset="0"/>
            </a:endParaRPr>
          </a:p>
        </p:txBody>
      </p:sp>
      <p:sp>
        <p:nvSpPr>
          <p:cNvPr id="47" name="Shape 22">
            <a:extLst>
              <a:ext uri="{FF2B5EF4-FFF2-40B4-BE49-F238E27FC236}">
                <a16:creationId xmlns:a16="http://schemas.microsoft.com/office/drawing/2014/main" id="{7600484F-085D-EF8E-EEF7-3441E52E4123}"/>
              </a:ext>
            </a:extLst>
          </p:cNvPr>
          <p:cNvSpPr/>
          <p:nvPr/>
        </p:nvSpPr>
        <p:spPr>
          <a:xfrm>
            <a:off x="3429852" y="1729511"/>
            <a:ext cx="1535167" cy="896530"/>
          </a:xfrm>
          <a:prstGeom prst="roundRect">
            <a:avLst>
              <a:gd name="adj" fmla="val 4348"/>
            </a:avLst>
          </a:prstGeom>
          <a:solidFill>
            <a:srgbClr val="EDF3FC"/>
          </a:solidFill>
          <a:ln w="14605">
            <a:solidFill>
              <a:srgbClr val="2F66A3"/>
            </a:solidFill>
            <a:prstDash val="solid"/>
          </a:ln>
        </p:spPr>
        <p:txBody>
          <a:bodyPr lIns="91440" tIns="45720" rIns="91440" bIns="45720" anchor="ctr"/>
          <a:lstStyle/>
          <a:p>
            <a:pPr algn="ctr"/>
            <a:r>
              <a:rPr lang="en-US" sz="1000" b="1">
                <a:latin typeface="HCLTech Roobert" panose="020B0504030202060203" pitchFamily="2" charset="0"/>
                <a:cs typeface="HCLTech Roobert" panose="020B0504030202060203" pitchFamily="2" charset="0"/>
              </a:rPr>
              <a:t>APPG Review Request and conduct initial feasibility assessment</a:t>
            </a:r>
          </a:p>
        </p:txBody>
      </p:sp>
      <p:sp>
        <p:nvSpPr>
          <p:cNvPr id="49" name="Shape 24">
            <a:extLst>
              <a:ext uri="{FF2B5EF4-FFF2-40B4-BE49-F238E27FC236}">
                <a16:creationId xmlns:a16="http://schemas.microsoft.com/office/drawing/2014/main" id="{08CF1B01-CF63-A6D1-31D1-496DB9CCD78C}"/>
              </a:ext>
            </a:extLst>
          </p:cNvPr>
          <p:cNvSpPr/>
          <p:nvPr/>
        </p:nvSpPr>
        <p:spPr>
          <a:xfrm>
            <a:off x="5179967" y="1719073"/>
            <a:ext cx="1524725" cy="896530"/>
          </a:xfrm>
          <a:prstGeom prst="roundRect">
            <a:avLst>
              <a:gd name="adj" fmla="val 4348"/>
            </a:avLst>
          </a:prstGeom>
          <a:solidFill>
            <a:srgbClr val="EDF3FC"/>
          </a:solidFill>
          <a:ln w="14605">
            <a:solidFill>
              <a:srgbClr val="2F66A3"/>
            </a:solidFill>
            <a:prstDash val="solid"/>
          </a:ln>
        </p:spPr>
        <p:txBody>
          <a:bodyPr lIns="91440" tIns="45720" rIns="91440" bIns="45720" anchor="ctr"/>
          <a:lstStyle/>
          <a:p>
            <a:pPr algn="ctr"/>
            <a:r>
              <a:rPr lang="en-US" sz="1000" b="1">
                <a:latin typeface="HCLTech Roobert" panose="020B0504030202060203" pitchFamily="2" charset="0"/>
                <a:cs typeface="HCLTech Roobert" panose="020B0504030202060203" pitchFamily="2" charset="0"/>
              </a:rPr>
              <a:t>Internal alignment quotes, funding review and confirmation</a:t>
            </a:r>
          </a:p>
        </p:txBody>
      </p:sp>
      <p:sp>
        <p:nvSpPr>
          <p:cNvPr id="51" name="Shape 26">
            <a:extLst>
              <a:ext uri="{FF2B5EF4-FFF2-40B4-BE49-F238E27FC236}">
                <a16:creationId xmlns:a16="http://schemas.microsoft.com/office/drawing/2014/main" id="{6EB84E4A-A1A9-EED5-0370-D132D90E2A8F}"/>
              </a:ext>
            </a:extLst>
          </p:cNvPr>
          <p:cNvSpPr/>
          <p:nvPr/>
        </p:nvSpPr>
        <p:spPr>
          <a:xfrm>
            <a:off x="6919639" y="1719073"/>
            <a:ext cx="1524725" cy="896530"/>
          </a:xfrm>
          <a:prstGeom prst="roundRect">
            <a:avLst>
              <a:gd name="adj" fmla="val 4348"/>
            </a:avLst>
          </a:prstGeom>
          <a:solidFill>
            <a:srgbClr val="EDF3FC"/>
          </a:solidFill>
          <a:ln w="14605">
            <a:solidFill>
              <a:srgbClr val="2F66A3"/>
            </a:solidFill>
            <a:prstDash val="solid"/>
          </a:ln>
        </p:spPr>
        <p:txBody>
          <a:bodyPr lIns="91440" tIns="45720" rIns="91440" bIns="45720" anchor="ctr"/>
          <a:lstStyle/>
          <a:p>
            <a:pPr algn="ctr"/>
            <a:r>
              <a:rPr lang="en-US" sz="1000" b="1">
                <a:latin typeface="HCLTech Roobert" panose="020B0504030202060203" pitchFamily="2" charset="0"/>
                <a:cs typeface="HCLTech Roobert" panose="020B0504030202060203" pitchFamily="2" charset="0"/>
              </a:rPr>
              <a:t>Funding approval obtained and cost center confirmed</a:t>
            </a:r>
            <a:endParaRPr lang="en-US" b="1">
              <a:latin typeface="HCLTech Roobert" panose="020B0504030202060203" pitchFamily="2" charset="0"/>
              <a:cs typeface="HCLTech Roobert" panose="020B0504030202060203" pitchFamily="2" charset="0"/>
            </a:endParaRPr>
          </a:p>
        </p:txBody>
      </p:sp>
      <p:sp>
        <p:nvSpPr>
          <p:cNvPr id="53" name="Shape 28">
            <a:extLst>
              <a:ext uri="{FF2B5EF4-FFF2-40B4-BE49-F238E27FC236}">
                <a16:creationId xmlns:a16="http://schemas.microsoft.com/office/drawing/2014/main" id="{492653CB-7137-E7B9-F0DD-E9AAE5C09400}"/>
              </a:ext>
            </a:extLst>
          </p:cNvPr>
          <p:cNvSpPr/>
          <p:nvPr/>
        </p:nvSpPr>
        <p:spPr>
          <a:xfrm>
            <a:off x="8648877" y="1729511"/>
            <a:ext cx="1535165" cy="896530"/>
          </a:xfrm>
          <a:prstGeom prst="roundRect">
            <a:avLst>
              <a:gd name="adj" fmla="val 4348"/>
            </a:avLst>
          </a:prstGeom>
          <a:solidFill>
            <a:srgbClr val="EDF3FC"/>
          </a:solidFill>
          <a:ln w="14605">
            <a:solidFill>
              <a:srgbClr val="2F66A3"/>
            </a:solidFill>
            <a:prstDash val="solid"/>
          </a:ln>
        </p:spPr>
        <p:txBody>
          <a:bodyPr lIns="91440" tIns="45720" rIns="91440" bIns="45720" anchor="ctr"/>
          <a:lstStyle/>
          <a:p>
            <a:pPr algn="ctr"/>
            <a:r>
              <a:rPr lang="en-US" sz="1000" b="1">
                <a:latin typeface="HCLTech Roobert" panose="020B0504030202060203" pitchFamily="2" charset="0"/>
                <a:cs typeface="HCLTech Roobert" panose="020B0504030202060203" pitchFamily="2" charset="0"/>
              </a:rPr>
              <a:t>Request Executed, Activities tracked and updates communicated</a:t>
            </a:r>
            <a:endParaRPr lang="en-US" b="1">
              <a:latin typeface="HCLTech Roobert" panose="020B0504030202060203" pitchFamily="2" charset="0"/>
              <a:cs typeface="HCLTech Roobert" panose="020B0504030202060203" pitchFamily="2" charset="0"/>
            </a:endParaRPr>
          </a:p>
        </p:txBody>
      </p:sp>
      <p:sp>
        <p:nvSpPr>
          <p:cNvPr id="55" name="Shape 30">
            <a:extLst>
              <a:ext uri="{FF2B5EF4-FFF2-40B4-BE49-F238E27FC236}">
                <a16:creationId xmlns:a16="http://schemas.microsoft.com/office/drawing/2014/main" id="{AB91A89C-BB6C-5DF1-705F-C419985CADA5}"/>
              </a:ext>
            </a:extLst>
          </p:cNvPr>
          <p:cNvSpPr/>
          <p:nvPr/>
        </p:nvSpPr>
        <p:spPr>
          <a:xfrm>
            <a:off x="10388550" y="1719072"/>
            <a:ext cx="1524725" cy="896530"/>
          </a:xfrm>
          <a:prstGeom prst="roundRect">
            <a:avLst>
              <a:gd name="adj" fmla="val 4348"/>
            </a:avLst>
          </a:prstGeom>
          <a:solidFill>
            <a:srgbClr val="EDF3FC"/>
          </a:solidFill>
          <a:ln w="14605">
            <a:solidFill>
              <a:srgbClr val="2F66A3"/>
            </a:solidFill>
            <a:prstDash val="solid"/>
          </a:ln>
        </p:spPr>
        <p:txBody>
          <a:bodyPr lIns="91440" tIns="45720" rIns="91440" bIns="45720" anchor="ctr"/>
          <a:lstStyle/>
          <a:p>
            <a:pPr algn="ctr"/>
            <a:r>
              <a:rPr lang="en-US" sz="1000" b="1">
                <a:latin typeface="HCLTech Roobert" panose="020B0504030202060203" pitchFamily="2" charset="0"/>
                <a:cs typeface="HCLTech Roobert" panose="020B0504030202060203" pitchFamily="2" charset="0"/>
              </a:rPr>
              <a:t>Request Closed, results and documents stored, Closure notification sent</a:t>
            </a:r>
            <a:endParaRPr lang="en-US" b="1">
              <a:latin typeface="HCLTech Roobert" panose="020B0504030202060203" pitchFamily="2" charset="0"/>
              <a:cs typeface="HCLTech Roobert" panose="020B0504030202060203" pitchFamily="2" charset="0"/>
            </a:endParaRPr>
          </a:p>
        </p:txBody>
      </p:sp>
      <p:sp>
        <p:nvSpPr>
          <p:cNvPr id="57" name="Shape 34">
            <a:extLst>
              <a:ext uri="{FF2B5EF4-FFF2-40B4-BE49-F238E27FC236}">
                <a16:creationId xmlns:a16="http://schemas.microsoft.com/office/drawing/2014/main" id="{8E4E6913-2F37-EF20-CA8B-7D2CEDB44E20}"/>
              </a:ext>
            </a:extLst>
          </p:cNvPr>
          <p:cNvSpPr/>
          <p:nvPr/>
        </p:nvSpPr>
        <p:spPr>
          <a:xfrm>
            <a:off x="384048" y="2808837"/>
            <a:ext cx="1078992" cy="2305707"/>
          </a:xfrm>
          <a:prstGeom prst="roundRect">
            <a:avLst>
              <a:gd name="adj" fmla="val 6780"/>
            </a:avLst>
          </a:prstGeom>
          <a:solidFill>
            <a:srgbClr val="0F8A86"/>
          </a:solidFill>
          <a:ln w="12700">
            <a:solidFill>
              <a:srgbClr val="0F8A86"/>
            </a:solidFill>
            <a:prstDash val="solid"/>
          </a:ln>
        </p:spPr>
        <p:txBody>
          <a:bodyPr/>
          <a:lstStyle/>
          <a:p>
            <a:endParaRPr lang="en-IN">
              <a:latin typeface="HCLTech Roobert" panose="020B0504030202060203" pitchFamily="2" charset="0"/>
              <a:cs typeface="HCLTech Roobert" panose="020B0504030202060203" pitchFamily="2" charset="0"/>
            </a:endParaRPr>
          </a:p>
        </p:txBody>
      </p:sp>
      <p:sp>
        <p:nvSpPr>
          <p:cNvPr id="59" name="Text 35">
            <a:extLst>
              <a:ext uri="{FF2B5EF4-FFF2-40B4-BE49-F238E27FC236}">
                <a16:creationId xmlns:a16="http://schemas.microsoft.com/office/drawing/2014/main" id="{5025C9F8-EFDD-659B-5B10-133BC2B646EA}"/>
              </a:ext>
            </a:extLst>
          </p:cNvPr>
          <p:cNvSpPr/>
          <p:nvPr/>
        </p:nvSpPr>
        <p:spPr>
          <a:xfrm>
            <a:off x="429768" y="3803653"/>
            <a:ext cx="987552" cy="274320"/>
          </a:xfrm>
          <a:prstGeom prst="rect">
            <a:avLst/>
          </a:prstGeom>
          <a:noFill/>
          <a:ln/>
        </p:spPr>
        <p:txBody>
          <a:bodyPr wrap="square" lIns="0" tIns="0" rIns="0" bIns="0" rtlCol="0" anchor="ctr"/>
          <a:lstStyle/>
          <a:p>
            <a:pPr algn="ctr"/>
            <a:r>
              <a:rPr lang="en-US" sz="1200" b="1">
                <a:solidFill>
                  <a:srgbClr val="FFFFFF"/>
                </a:solidFill>
                <a:latin typeface="HCLTech Roobert" panose="020B0504030202060203" pitchFamily="2" charset="0"/>
                <a:cs typeface="HCLTech Roobert" panose="020B0504030202060203" pitchFamily="2" charset="0"/>
              </a:rPr>
              <a:t>Key Actions</a:t>
            </a:r>
            <a:endParaRPr lang="en-US" sz="1220">
              <a:latin typeface="HCLTech Roobert" panose="020B0504030202060203" pitchFamily="2" charset="0"/>
              <a:cs typeface="HCLTech Roobert" panose="020B0504030202060203" pitchFamily="2" charset="0"/>
            </a:endParaRPr>
          </a:p>
        </p:txBody>
      </p:sp>
      <p:sp>
        <p:nvSpPr>
          <p:cNvPr id="61" name="Shape 36">
            <a:extLst>
              <a:ext uri="{FF2B5EF4-FFF2-40B4-BE49-F238E27FC236}">
                <a16:creationId xmlns:a16="http://schemas.microsoft.com/office/drawing/2014/main" id="{842C179D-DE48-A016-5E47-C0B3DB6C372B}"/>
              </a:ext>
            </a:extLst>
          </p:cNvPr>
          <p:cNvSpPr/>
          <p:nvPr/>
        </p:nvSpPr>
        <p:spPr>
          <a:xfrm>
            <a:off x="1700616" y="2787960"/>
            <a:ext cx="1524725" cy="2305707"/>
          </a:xfrm>
          <a:prstGeom prst="roundRect">
            <a:avLst>
              <a:gd name="adj" fmla="val 4348"/>
            </a:avLst>
          </a:prstGeom>
          <a:solidFill>
            <a:srgbClr val="EAF8F6"/>
          </a:solidFill>
          <a:ln w="14605">
            <a:solidFill>
              <a:srgbClr val="15928E"/>
            </a:solidFill>
            <a:prstDash val="solid"/>
          </a:ln>
        </p:spPr>
        <p:txBody>
          <a:bodyPr lIns="91440" tIns="45720" rIns="91440" bIns="45720" anchor="ctr"/>
          <a:lstStyle/>
          <a:p>
            <a:pPr marL="171450" indent="-171450">
              <a:buFont typeface="Arial"/>
              <a:buChar char="•"/>
            </a:pPr>
            <a:r>
              <a:rPr lang="en-US" sz="1000">
                <a:latin typeface="HCLTech Roobert" panose="020B0504030202060203" pitchFamily="2" charset="0"/>
                <a:cs typeface="HCLTech Roobert" panose="020B0504030202060203" pitchFamily="2" charset="0"/>
              </a:rPr>
              <a:t>Enter Details and justification. </a:t>
            </a:r>
            <a:endParaRPr lang="en-US">
              <a:latin typeface="HCLTech Roobert" panose="020B0504030202060203" pitchFamily="2" charset="0"/>
              <a:cs typeface="HCLTech Roobert" panose="020B0504030202060203" pitchFamily="2" charset="0"/>
            </a:endParaRPr>
          </a:p>
          <a:p>
            <a:pPr marL="171450" indent="-171450">
              <a:buFont typeface="Arial"/>
              <a:buChar char="•"/>
            </a:pPr>
            <a:r>
              <a:rPr lang="en-US" sz="1000">
                <a:latin typeface="HCLTech Roobert" panose="020B0504030202060203" pitchFamily="2" charset="0"/>
                <a:cs typeface="HCLTech Roobert" panose="020B0504030202060203" pitchFamily="2" charset="0"/>
              </a:rPr>
              <a:t>Upload Documents</a:t>
            </a:r>
          </a:p>
          <a:p>
            <a:pPr marL="171450" indent="-171450">
              <a:buFont typeface="Arial"/>
              <a:buChar char="•"/>
            </a:pPr>
            <a:r>
              <a:rPr lang="en-US" sz="1000">
                <a:latin typeface="HCLTech Roobert" panose="020B0504030202060203" pitchFamily="2" charset="0"/>
                <a:cs typeface="HCLTech Roobert" panose="020B0504030202060203" pitchFamily="2" charset="0"/>
              </a:rPr>
              <a:t>Submit for APPG Review</a:t>
            </a:r>
          </a:p>
          <a:p>
            <a:pPr marL="171450" indent="-171450">
              <a:buFont typeface="Arial"/>
              <a:buChar char="•"/>
            </a:pPr>
            <a:r>
              <a:rPr lang="en-US" sz="1000">
                <a:latin typeface="HCLTech Roobert" panose="020B0504030202060203" pitchFamily="2" charset="0"/>
                <a:cs typeface="HCLTech Roobert" panose="020B0504030202060203" pitchFamily="2" charset="0"/>
              </a:rPr>
              <a:t>System Validate Mandatory Fields</a:t>
            </a:r>
          </a:p>
        </p:txBody>
      </p:sp>
      <p:sp>
        <p:nvSpPr>
          <p:cNvPr id="63" name="Text 37">
            <a:extLst>
              <a:ext uri="{FF2B5EF4-FFF2-40B4-BE49-F238E27FC236}">
                <a16:creationId xmlns:a16="http://schemas.microsoft.com/office/drawing/2014/main" id="{E51D0DA8-944A-D3C5-EE30-009411954614}"/>
              </a:ext>
            </a:extLst>
          </p:cNvPr>
          <p:cNvSpPr/>
          <p:nvPr/>
        </p:nvSpPr>
        <p:spPr>
          <a:xfrm>
            <a:off x="1627632" y="3182112"/>
            <a:ext cx="1250115" cy="1078992"/>
          </a:xfrm>
          <a:prstGeom prst="rect">
            <a:avLst/>
          </a:prstGeom>
          <a:noFill/>
          <a:ln/>
        </p:spPr>
        <p:txBody>
          <a:bodyPr wrap="square" lIns="254" tIns="254" rIns="254" bIns="254" rtlCol="0" anchor="ctr"/>
          <a:lstStyle/>
          <a:p>
            <a:pPr marL="0" indent="0" algn="ctr">
              <a:buNone/>
            </a:pPr>
            <a:endParaRPr lang="en-US" sz="900">
              <a:latin typeface="HCLTech Roobert" panose="020B0504030202060203" pitchFamily="2" charset="0"/>
              <a:cs typeface="HCLTech Roobert" panose="020B0504030202060203" pitchFamily="2" charset="0"/>
            </a:endParaRPr>
          </a:p>
        </p:txBody>
      </p:sp>
      <p:sp>
        <p:nvSpPr>
          <p:cNvPr id="65" name="Shape 38">
            <a:extLst>
              <a:ext uri="{FF2B5EF4-FFF2-40B4-BE49-F238E27FC236}">
                <a16:creationId xmlns:a16="http://schemas.microsoft.com/office/drawing/2014/main" id="{04F48B80-42E6-1A4F-7F32-DB8CA7282B33}"/>
              </a:ext>
            </a:extLst>
          </p:cNvPr>
          <p:cNvSpPr/>
          <p:nvPr/>
        </p:nvSpPr>
        <p:spPr>
          <a:xfrm>
            <a:off x="3429853" y="2787960"/>
            <a:ext cx="1535166" cy="2305707"/>
          </a:xfrm>
          <a:prstGeom prst="roundRect">
            <a:avLst>
              <a:gd name="adj" fmla="val 4348"/>
            </a:avLst>
          </a:prstGeom>
          <a:solidFill>
            <a:srgbClr val="EAF8F6"/>
          </a:solidFill>
          <a:ln w="14605">
            <a:solidFill>
              <a:srgbClr val="15928E"/>
            </a:solidFill>
            <a:prstDash val="solid"/>
          </a:ln>
        </p:spPr>
        <p:txBody>
          <a:bodyPr lIns="91440" tIns="45720" rIns="91440" bIns="45720" anchor="ctr"/>
          <a:lstStyle/>
          <a:p>
            <a:pPr marL="171450" indent="-171450">
              <a:buFont typeface="Arial"/>
              <a:buChar char="•"/>
            </a:pPr>
            <a:r>
              <a:rPr lang="en-US" sz="1000">
                <a:latin typeface="HCLTech Roobert" panose="020B0504030202060203" pitchFamily="2" charset="0"/>
                <a:cs typeface="HCLTech Roobert" panose="020B0504030202060203" pitchFamily="2" charset="0"/>
              </a:rPr>
              <a:t>Review Request Details</a:t>
            </a:r>
            <a:endParaRPr lang="en-US">
              <a:latin typeface="HCLTech Roobert" panose="020B0504030202060203" pitchFamily="2" charset="0"/>
              <a:cs typeface="HCLTech Roobert" panose="020B0504030202060203" pitchFamily="2" charset="0"/>
            </a:endParaRPr>
          </a:p>
          <a:p>
            <a:pPr marL="171450" indent="-171450">
              <a:buFont typeface="Arial"/>
              <a:buChar char="•"/>
            </a:pPr>
            <a:r>
              <a:rPr lang="en-US" sz="1000">
                <a:latin typeface="HCLTech Roobert" panose="020B0504030202060203" pitchFamily="2" charset="0"/>
                <a:cs typeface="HCLTech Roobert" panose="020B0504030202060203" pitchFamily="2" charset="0"/>
              </a:rPr>
              <a:t>Feasibility Assessments</a:t>
            </a:r>
          </a:p>
          <a:p>
            <a:pPr marL="171450" indent="-171450">
              <a:buFont typeface="Arial"/>
              <a:buChar char="•"/>
            </a:pPr>
            <a:r>
              <a:rPr lang="en-US" sz="1000">
                <a:latin typeface="HCLTech Roobert" panose="020B0504030202060203" pitchFamily="2" charset="0"/>
                <a:cs typeface="HCLTech Roobert" panose="020B0504030202060203" pitchFamily="2" charset="0"/>
              </a:rPr>
              <a:t>Request More information or reject</a:t>
            </a:r>
          </a:p>
          <a:p>
            <a:pPr marL="171450" indent="-171450">
              <a:buFont typeface="Arial"/>
              <a:buChar char="•"/>
            </a:pPr>
            <a:r>
              <a:rPr lang="en-US" sz="1000">
                <a:latin typeface="HCLTech Roobert" panose="020B0504030202060203" pitchFamily="2" charset="0"/>
                <a:cs typeface="HCLTech Roobert" panose="020B0504030202060203" pitchFamily="2" charset="0"/>
              </a:rPr>
              <a:t>Submit for Internal Alignment</a:t>
            </a:r>
          </a:p>
        </p:txBody>
      </p:sp>
      <p:sp>
        <p:nvSpPr>
          <p:cNvPr id="67" name="Text 39">
            <a:extLst>
              <a:ext uri="{FF2B5EF4-FFF2-40B4-BE49-F238E27FC236}">
                <a16:creationId xmlns:a16="http://schemas.microsoft.com/office/drawing/2014/main" id="{4DF8391C-F241-F218-5D3B-BFF5FD7ED853}"/>
              </a:ext>
            </a:extLst>
          </p:cNvPr>
          <p:cNvSpPr/>
          <p:nvPr/>
        </p:nvSpPr>
        <p:spPr>
          <a:xfrm>
            <a:off x="3722210" y="3192550"/>
            <a:ext cx="1250115" cy="1078992"/>
          </a:xfrm>
          <a:prstGeom prst="rect">
            <a:avLst/>
          </a:prstGeom>
          <a:noFill/>
          <a:ln/>
        </p:spPr>
        <p:txBody>
          <a:bodyPr wrap="square" lIns="254" tIns="254" rIns="254" bIns="254" rtlCol="0" anchor="ctr"/>
          <a:lstStyle/>
          <a:p>
            <a:pPr marL="0" indent="0" algn="ctr">
              <a:buNone/>
            </a:pPr>
            <a:endParaRPr lang="en-US" sz="900">
              <a:latin typeface="HCLTech Roobert" panose="020B0504030202060203" pitchFamily="2" charset="0"/>
              <a:cs typeface="HCLTech Roobert" panose="020B0504030202060203" pitchFamily="2" charset="0"/>
            </a:endParaRPr>
          </a:p>
        </p:txBody>
      </p:sp>
      <p:sp>
        <p:nvSpPr>
          <p:cNvPr id="69" name="Shape 40">
            <a:extLst>
              <a:ext uri="{FF2B5EF4-FFF2-40B4-BE49-F238E27FC236}">
                <a16:creationId xmlns:a16="http://schemas.microsoft.com/office/drawing/2014/main" id="{722D7A50-7832-9860-7383-162DCCD6BF8E}"/>
              </a:ext>
            </a:extLst>
          </p:cNvPr>
          <p:cNvSpPr/>
          <p:nvPr/>
        </p:nvSpPr>
        <p:spPr>
          <a:xfrm>
            <a:off x="5179967" y="2798399"/>
            <a:ext cx="1524725" cy="2305707"/>
          </a:xfrm>
          <a:prstGeom prst="roundRect">
            <a:avLst>
              <a:gd name="adj" fmla="val 4348"/>
            </a:avLst>
          </a:prstGeom>
          <a:solidFill>
            <a:srgbClr val="EAF8F6"/>
          </a:solidFill>
          <a:ln w="14605">
            <a:solidFill>
              <a:srgbClr val="15928E"/>
            </a:solidFill>
            <a:prstDash val="solid"/>
          </a:ln>
        </p:spPr>
        <p:txBody>
          <a:bodyPr lIns="91440" tIns="45720" rIns="91440" bIns="45720" anchor="ctr"/>
          <a:lstStyle/>
          <a:p>
            <a:pPr algn="ctr"/>
            <a:r>
              <a:rPr lang="en-US" sz="1000" b="1">
                <a:latin typeface="HCLTech Roobert" panose="020B0504030202060203" pitchFamily="2" charset="0"/>
                <a:cs typeface="HCLTech Roobert" panose="020B0504030202060203" pitchFamily="2" charset="0"/>
              </a:rPr>
              <a:t>1st Internal Alignment</a:t>
            </a:r>
          </a:p>
          <a:p>
            <a:pPr marL="171450" indent="-171450">
              <a:buFont typeface="Arial"/>
              <a:buChar char="•"/>
            </a:pPr>
            <a:r>
              <a:rPr lang="en-US" sz="1000">
                <a:latin typeface="HCLTech Roobert" panose="020B0504030202060203" pitchFamily="2" charset="0"/>
                <a:cs typeface="HCLTech Roobert" panose="020B0504030202060203" pitchFamily="2" charset="0"/>
              </a:rPr>
              <a:t>Feasibility, quotes, estimates &amp; Clarify terms</a:t>
            </a:r>
          </a:p>
          <a:p>
            <a:endParaRPr lang="en-US" sz="1000">
              <a:latin typeface="HCLTech Roobert" panose="020B0504030202060203" pitchFamily="2" charset="0"/>
              <a:cs typeface="HCLTech Roobert" panose="020B0504030202060203" pitchFamily="2" charset="0"/>
            </a:endParaRPr>
          </a:p>
          <a:p>
            <a:r>
              <a:rPr lang="en-US" sz="800" b="1">
                <a:latin typeface="HCLTech Roobert" panose="020B0504030202060203" pitchFamily="2" charset="0"/>
                <a:cs typeface="HCLTech Roobert" panose="020B0504030202060203" pitchFamily="2" charset="0"/>
              </a:rPr>
              <a:t>2nd </a:t>
            </a:r>
            <a:r>
              <a:rPr lang="en-US" sz="1000" b="1">
                <a:latin typeface="HCLTech Roobert" panose="020B0504030202060203" pitchFamily="2" charset="0"/>
                <a:cs typeface="HCLTech Roobert" panose="020B0504030202060203" pitchFamily="2" charset="0"/>
              </a:rPr>
              <a:t>Internal Alignment</a:t>
            </a:r>
          </a:p>
          <a:p>
            <a:pPr marL="171450" indent="-171450">
              <a:buFont typeface="Arial"/>
              <a:buChar char="•"/>
            </a:pPr>
            <a:r>
              <a:rPr lang="en-US" sz="1000">
                <a:latin typeface="HCLTech Roobert" panose="020B0504030202060203" pitchFamily="2" charset="0"/>
                <a:cs typeface="HCLTech Roobert" panose="020B0504030202060203" pitchFamily="2" charset="0"/>
              </a:rPr>
              <a:t>Confirm Selected Option , Execution Path and Requirements</a:t>
            </a:r>
          </a:p>
          <a:p>
            <a:pPr marL="171450" indent="-171450">
              <a:buFont typeface="Arial"/>
              <a:buChar char="•"/>
            </a:pPr>
            <a:r>
              <a:rPr lang="en-US" sz="1000">
                <a:latin typeface="HCLTech Roobert" panose="020B0504030202060203" pitchFamily="2" charset="0"/>
                <a:cs typeface="HCLTech Roobert" panose="020B0504030202060203" pitchFamily="2" charset="0"/>
              </a:rPr>
              <a:t>Funding approval Request</a:t>
            </a:r>
          </a:p>
          <a:p>
            <a:pPr algn="ctr"/>
            <a:endParaRPr lang="en-US" sz="1000">
              <a:latin typeface="HCLTech Roobert" panose="020B0504030202060203" pitchFamily="2" charset="0"/>
              <a:cs typeface="HCLTech Roobert" panose="020B0504030202060203" pitchFamily="2" charset="0"/>
            </a:endParaRPr>
          </a:p>
        </p:txBody>
      </p:sp>
      <p:sp>
        <p:nvSpPr>
          <p:cNvPr id="71" name="Shape 42">
            <a:extLst>
              <a:ext uri="{FF2B5EF4-FFF2-40B4-BE49-F238E27FC236}">
                <a16:creationId xmlns:a16="http://schemas.microsoft.com/office/drawing/2014/main" id="{E98F2EEB-C232-2C08-17E2-D5619C293518}"/>
              </a:ext>
            </a:extLst>
          </p:cNvPr>
          <p:cNvSpPr/>
          <p:nvPr/>
        </p:nvSpPr>
        <p:spPr>
          <a:xfrm>
            <a:off x="6919640" y="2808837"/>
            <a:ext cx="1524725" cy="2305707"/>
          </a:xfrm>
          <a:prstGeom prst="roundRect">
            <a:avLst>
              <a:gd name="adj" fmla="val 4348"/>
            </a:avLst>
          </a:prstGeom>
          <a:solidFill>
            <a:srgbClr val="EAF8F6"/>
          </a:solidFill>
          <a:ln w="14605">
            <a:solidFill>
              <a:srgbClr val="15928E"/>
            </a:solidFill>
            <a:prstDash val="solid"/>
          </a:ln>
        </p:spPr>
        <p:txBody>
          <a:bodyPr lIns="91440" tIns="45720" rIns="91440" bIns="45720" anchor="ctr"/>
          <a:lstStyle/>
          <a:p>
            <a:pPr marL="171450" indent="-171450">
              <a:buFont typeface="Arial"/>
              <a:buChar char="•"/>
            </a:pPr>
            <a:r>
              <a:rPr lang="en-US" sz="1000">
                <a:latin typeface="HCLTech Roobert" panose="020B0504030202060203" pitchFamily="2" charset="0"/>
                <a:cs typeface="HCLTech Roobert" panose="020B0504030202060203" pitchFamily="2" charset="0"/>
              </a:rPr>
              <a:t>Cost Center Decision </a:t>
            </a:r>
            <a:endParaRPr lang="en-US">
              <a:latin typeface="HCLTech Roobert" panose="020B0504030202060203" pitchFamily="2" charset="0"/>
              <a:cs typeface="HCLTech Roobert" panose="020B0504030202060203" pitchFamily="2" charset="0"/>
            </a:endParaRPr>
          </a:p>
          <a:p>
            <a:pPr marL="171450" indent="-171450">
              <a:buFont typeface="Arial"/>
              <a:buChar char="•"/>
            </a:pPr>
            <a:r>
              <a:rPr lang="en-US" sz="1000">
                <a:latin typeface="HCLTech Roobert" panose="020B0504030202060203" pitchFamily="2" charset="0"/>
                <a:cs typeface="HCLTech Roobert" panose="020B0504030202060203" pitchFamily="2" charset="0"/>
              </a:rPr>
              <a:t>If Rejected, requestor informed with reason </a:t>
            </a:r>
          </a:p>
          <a:p>
            <a:pPr marL="171450" indent="-171450">
              <a:buFont typeface="Arial"/>
              <a:buChar char="•"/>
            </a:pPr>
            <a:r>
              <a:rPr lang="en-US" sz="1000">
                <a:latin typeface="HCLTech Roobert" panose="020B0504030202060203" pitchFamily="2" charset="0"/>
                <a:cs typeface="HCLTech Roobert" panose="020B0504030202060203" pitchFamily="2" charset="0"/>
              </a:rPr>
              <a:t>If approved, execution starts</a:t>
            </a:r>
          </a:p>
        </p:txBody>
      </p:sp>
      <p:sp>
        <p:nvSpPr>
          <p:cNvPr id="73" name="Shape 44">
            <a:extLst>
              <a:ext uri="{FF2B5EF4-FFF2-40B4-BE49-F238E27FC236}">
                <a16:creationId xmlns:a16="http://schemas.microsoft.com/office/drawing/2014/main" id="{9D23CDCF-4A9D-155C-7949-3B43C140D270}"/>
              </a:ext>
            </a:extLst>
          </p:cNvPr>
          <p:cNvSpPr/>
          <p:nvPr/>
        </p:nvSpPr>
        <p:spPr>
          <a:xfrm>
            <a:off x="8648876" y="2808837"/>
            <a:ext cx="1535166" cy="2305707"/>
          </a:xfrm>
          <a:prstGeom prst="roundRect">
            <a:avLst>
              <a:gd name="adj" fmla="val 4348"/>
            </a:avLst>
          </a:prstGeom>
          <a:solidFill>
            <a:srgbClr val="EAF8F6"/>
          </a:solidFill>
          <a:ln w="14605">
            <a:solidFill>
              <a:srgbClr val="15928E"/>
            </a:solidFill>
            <a:prstDash val="solid"/>
          </a:ln>
        </p:spPr>
        <p:txBody>
          <a:bodyPr lIns="91440" tIns="45720" rIns="91440" bIns="45720" anchor="ctr"/>
          <a:lstStyle/>
          <a:p>
            <a:pPr marL="171450" indent="-171450">
              <a:buFont typeface="Arial"/>
              <a:buChar char="•"/>
            </a:pPr>
            <a:r>
              <a:rPr lang="en-US" sz="1000">
                <a:latin typeface="HCLTech Roobert" panose="020B0504030202060203" pitchFamily="2" charset="0"/>
                <a:cs typeface="HCLTech Roobert" panose="020B0504030202060203" pitchFamily="2" charset="0"/>
              </a:rPr>
              <a:t>Execute Request</a:t>
            </a:r>
            <a:endParaRPr lang="en-US">
              <a:latin typeface="HCLTech Roobert" panose="020B0504030202060203" pitchFamily="2" charset="0"/>
              <a:cs typeface="HCLTech Roobert" panose="020B0504030202060203" pitchFamily="2" charset="0"/>
            </a:endParaRPr>
          </a:p>
          <a:p>
            <a:pPr marL="171450" indent="-171450">
              <a:buFont typeface="Arial"/>
              <a:buChar char="•"/>
            </a:pPr>
            <a:r>
              <a:rPr lang="en-US" sz="1000">
                <a:latin typeface="HCLTech Roobert" panose="020B0504030202060203" pitchFamily="2" charset="0"/>
                <a:cs typeface="HCLTech Roobert" panose="020B0504030202060203" pitchFamily="2" charset="0"/>
              </a:rPr>
              <a:t>Track progress &amp; activities</a:t>
            </a:r>
          </a:p>
          <a:p>
            <a:pPr marL="171450" indent="-171450">
              <a:buFont typeface="Arial"/>
              <a:buChar char="•"/>
            </a:pPr>
            <a:r>
              <a:rPr lang="en-US" sz="1000">
                <a:latin typeface="HCLTech Roobert" panose="020B0504030202060203" pitchFamily="2" charset="0"/>
                <a:cs typeface="HCLTech Roobert" panose="020B0504030202060203" pitchFamily="2" charset="0"/>
              </a:rPr>
              <a:t>Provide updates</a:t>
            </a:r>
          </a:p>
          <a:p>
            <a:pPr marL="171450" indent="-171450">
              <a:buFont typeface="Arial"/>
              <a:buChar char="•"/>
            </a:pPr>
            <a:r>
              <a:rPr lang="en-US" sz="1000">
                <a:latin typeface="HCLTech Roobert" panose="020B0504030202060203" pitchFamily="2" charset="0"/>
                <a:cs typeface="HCLTech Roobert" panose="020B0504030202060203" pitchFamily="2" charset="0"/>
              </a:rPr>
              <a:t>Cost and Utilization Tracking</a:t>
            </a:r>
          </a:p>
          <a:p>
            <a:pPr marL="171450" indent="-171450">
              <a:buFont typeface="Arial"/>
              <a:buChar char="•"/>
            </a:pPr>
            <a:r>
              <a:rPr lang="en-US" sz="1000">
                <a:latin typeface="HCLTech Roobert" panose="020B0504030202060203" pitchFamily="2" charset="0"/>
                <a:cs typeface="HCLTech Roobert" panose="020B0504030202060203" pitchFamily="2" charset="0"/>
              </a:rPr>
              <a:t>Exception &amp; issue management</a:t>
            </a:r>
          </a:p>
          <a:p>
            <a:pPr algn="ctr"/>
            <a:endParaRPr lang="en-US" sz="1000">
              <a:latin typeface="HCLTech Roobert" panose="020B0504030202060203" pitchFamily="2" charset="0"/>
              <a:cs typeface="HCLTech Roobert" panose="020B0504030202060203" pitchFamily="2" charset="0"/>
            </a:endParaRPr>
          </a:p>
        </p:txBody>
      </p:sp>
      <p:sp>
        <p:nvSpPr>
          <p:cNvPr id="75" name="Shape 46">
            <a:extLst>
              <a:ext uri="{FF2B5EF4-FFF2-40B4-BE49-F238E27FC236}">
                <a16:creationId xmlns:a16="http://schemas.microsoft.com/office/drawing/2014/main" id="{72F9EC99-27E0-9905-62B4-B30DC75F173C}"/>
              </a:ext>
            </a:extLst>
          </p:cNvPr>
          <p:cNvSpPr/>
          <p:nvPr/>
        </p:nvSpPr>
        <p:spPr>
          <a:xfrm>
            <a:off x="10388550" y="2787960"/>
            <a:ext cx="1524725" cy="2305707"/>
          </a:xfrm>
          <a:prstGeom prst="roundRect">
            <a:avLst>
              <a:gd name="adj" fmla="val 4348"/>
            </a:avLst>
          </a:prstGeom>
          <a:solidFill>
            <a:srgbClr val="EAF8F6"/>
          </a:solidFill>
          <a:ln w="14605">
            <a:solidFill>
              <a:srgbClr val="15928E"/>
            </a:solidFill>
            <a:prstDash val="solid"/>
          </a:ln>
        </p:spPr>
        <p:txBody>
          <a:bodyPr lIns="91440" tIns="45720" rIns="91440" bIns="45720" anchor="ctr"/>
          <a:lstStyle/>
          <a:p>
            <a:pPr marL="171450" indent="-171450">
              <a:buFont typeface="Arial"/>
              <a:buChar char="•"/>
            </a:pPr>
            <a:r>
              <a:rPr lang="en-US" sz="1000">
                <a:latin typeface="HCLTech Roobert" panose="020B0504030202060203" pitchFamily="2" charset="0"/>
                <a:cs typeface="HCLTech Roobert" panose="020B0504030202060203" pitchFamily="2" charset="0"/>
              </a:rPr>
              <a:t>Execution completed</a:t>
            </a:r>
            <a:endParaRPr lang="en-US">
              <a:latin typeface="HCLTech Roobert" panose="020B0504030202060203" pitchFamily="2" charset="0"/>
              <a:cs typeface="HCLTech Roobert" panose="020B0504030202060203" pitchFamily="2" charset="0"/>
            </a:endParaRPr>
          </a:p>
          <a:p>
            <a:pPr marL="171450" indent="-171450">
              <a:buFont typeface="Arial"/>
              <a:buChar char="•"/>
            </a:pPr>
            <a:r>
              <a:rPr lang="en-US" sz="1000">
                <a:latin typeface="HCLTech Roobert" panose="020B0504030202060203" pitchFamily="2" charset="0"/>
                <a:cs typeface="HCLTech Roobert" panose="020B0504030202060203" pitchFamily="2" charset="0"/>
              </a:rPr>
              <a:t>Final Report &amp; document- uploaded to SharePoint </a:t>
            </a:r>
          </a:p>
          <a:p>
            <a:pPr marL="171450" indent="-171450">
              <a:buFont typeface="Arial"/>
              <a:buChar char="•"/>
            </a:pPr>
            <a:r>
              <a:rPr lang="en-US" sz="1000">
                <a:latin typeface="HCLTech Roobert" panose="020B0504030202060203" pitchFamily="2" charset="0"/>
                <a:cs typeface="HCLTech Roobert" panose="020B0504030202060203" pitchFamily="2" charset="0"/>
              </a:rPr>
              <a:t>Closure notification</a:t>
            </a:r>
          </a:p>
          <a:p>
            <a:pPr marL="171450" indent="-171450">
              <a:buFont typeface="Arial"/>
              <a:buChar char="•"/>
            </a:pPr>
            <a:r>
              <a:rPr lang="en-US" sz="1000">
                <a:latin typeface="HCLTech Roobert" panose="020B0504030202060203" pitchFamily="2" charset="0"/>
                <a:cs typeface="HCLTech Roobert" panose="020B0504030202060203" pitchFamily="2" charset="0"/>
              </a:rPr>
              <a:t>Audit trail captured</a:t>
            </a:r>
          </a:p>
          <a:p>
            <a:pPr marL="171450" indent="-171450">
              <a:buFont typeface="Arial"/>
              <a:buChar char="•"/>
            </a:pPr>
            <a:endParaRPr lang="en-US" sz="1000">
              <a:latin typeface="HCLTech Roobert" panose="020B0504030202060203" pitchFamily="2" charset="0"/>
              <a:cs typeface="HCLTech Roobert" panose="020B0504030202060203" pitchFamily="2" charset="0"/>
            </a:endParaRPr>
          </a:p>
        </p:txBody>
      </p:sp>
      <p:sp>
        <p:nvSpPr>
          <p:cNvPr id="77" name="Shape 50">
            <a:extLst>
              <a:ext uri="{FF2B5EF4-FFF2-40B4-BE49-F238E27FC236}">
                <a16:creationId xmlns:a16="http://schemas.microsoft.com/office/drawing/2014/main" id="{A4F37FB0-656C-5FF1-AF06-5E059A912A9B}"/>
              </a:ext>
            </a:extLst>
          </p:cNvPr>
          <p:cNvSpPr/>
          <p:nvPr/>
        </p:nvSpPr>
        <p:spPr>
          <a:xfrm>
            <a:off x="384048" y="5255587"/>
            <a:ext cx="1078992" cy="666886"/>
          </a:xfrm>
          <a:prstGeom prst="roundRect">
            <a:avLst>
              <a:gd name="adj" fmla="val 6780"/>
            </a:avLst>
          </a:prstGeom>
          <a:solidFill>
            <a:srgbClr val="5E4E95"/>
          </a:solidFill>
          <a:ln w="12700">
            <a:solidFill>
              <a:srgbClr val="5E4E95"/>
            </a:solidFill>
            <a:prstDash val="solid"/>
          </a:ln>
        </p:spPr>
        <p:txBody>
          <a:bodyPr/>
          <a:lstStyle/>
          <a:p>
            <a:endParaRPr lang="en-IN">
              <a:latin typeface="HCLTech Roobert" panose="020B0504030202060203" pitchFamily="2" charset="0"/>
              <a:cs typeface="HCLTech Roobert" panose="020B0504030202060203" pitchFamily="2" charset="0"/>
            </a:endParaRPr>
          </a:p>
        </p:txBody>
      </p:sp>
      <p:sp>
        <p:nvSpPr>
          <p:cNvPr id="79" name="Text 51">
            <a:extLst>
              <a:ext uri="{FF2B5EF4-FFF2-40B4-BE49-F238E27FC236}">
                <a16:creationId xmlns:a16="http://schemas.microsoft.com/office/drawing/2014/main" id="{F6E2AE21-E2EF-35B0-BE70-503930AC501C}"/>
              </a:ext>
            </a:extLst>
          </p:cNvPr>
          <p:cNvSpPr/>
          <p:nvPr/>
        </p:nvSpPr>
        <p:spPr>
          <a:xfrm>
            <a:off x="388015" y="5451869"/>
            <a:ext cx="987552" cy="274320"/>
          </a:xfrm>
          <a:prstGeom prst="rect">
            <a:avLst/>
          </a:prstGeom>
          <a:noFill/>
          <a:ln/>
        </p:spPr>
        <p:txBody>
          <a:bodyPr wrap="square" lIns="0" tIns="0" rIns="0" bIns="0" rtlCol="0" anchor="ctr"/>
          <a:lstStyle/>
          <a:p>
            <a:pPr marL="0" indent="0" algn="ctr">
              <a:buNone/>
            </a:pPr>
            <a:r>
              <a:rPr lang="en-US" sz="1200" b="1">
                <a:solidFill>
                  <a:srgbClr val="FFFFFF"/>
                </a:solidFill>
                <a:latin typeface="HCLTech Roobert" panose="020B0504030202060203" pitchFamily="2" charset="0"/>
                <a:cs typeface="HCLTech Roobert" panose="020B0504030202060203" pitchFamily="2" charset="0"/>
              </a:rPr>
              <a:t>Notification</a:t>
            </a:r>
            <a:endParaRPr lang="en-US">
              <a:latin typeface="HCLTech Roobert" panose="020B0504030202060203" pitchFamily="2" charset="0"/>
              <a:cs typeface="HCLTech Roobert" panose="020B0504030202060203" pitchFamily="2" charset="0"/>
            </a:endParaRPr>
          </a:p>
        </p:txBody>
      </p:sp>
      <p:sp>
        <p:nvSpPr>
          <p:cNvPr id="81" name="Shape 52">
            <a:extLst>
              <a:ext uri="{FF2B5EF4-FFF2-40B4-BE49-F238E27FC236}">
                <a16:creationId xmlns:a16="http://schemas.microsoft.com/office/drawing/2014/main" id="{915FB121-A03C-BEC7-5AC6-8BE8EAE680FD}"/>
              </a:ext>
            </a:extLst>
          </p:cNvPr>
          <p:cNvSpPr/>
          <p:nvPr/>
        </p:nvSpPr>
        <p:spPr>
          <a:xfrm>
            <a:off x="1700617" y="5255587"/>
            <a:ext cx="1524724" cy="666886"/>
          </a:xfrm>
          <a:prstGeom prst="roundRect">
            <a:avLst>
              <a:gd name="adj" fmla="val 4348"/>
            </a:avLst>
          </a:prstGeom>
          <a:solidFill>
            <a:srgbClr val="F3F0FA"/>
          </a:solidFill>
          <a:ln w="14605">
            <a:solidFill>
              <a:srgbClr val="7258AE"/>
            </a:solidFill>
            <a:prstDash val="solid"/>
          </a:ln>
        </p:spPr>
        <p:txBody>
          <a:bodyPr lIns="91440" tIns="45720" rIns="91440" bIns="45720" anchor="ctr"/>
          <a:lstStyle/>
          <a:p>
            <a:pPr algn="ctr"/>
            <a:r>
              <a:rPr lang="en-US" sz="1000">
                <a:latin typeface="HCLTech Roobert" panose="020B0504030202060203" pitchFamily="2" charset="0"/>
                <a:cs typeface="HCLTech Roobert" panose="020B0504030202060203" pitchFamily="2" charset="0"/>
              </a:rPr>
              <a:t>Acknowledgement of Submission Request</a:t>
            </a:r>
            <a:endParaRPr lang="en-US">
              <a:latin typeface="HCLTech Roobert" panose="020B0504030202060203" pitchFamily="2" charset="0"/>
              <a:cs typeface="HCLTech Roobert" panose="020B0504030202060203" pitchFamily="2" charset="0"/>
            </a:endParaRPr>
          </a:p>
        </p:txBody>
      </p:sp>
      <p:sp>
        <p:nvSpPr>
          <p:cNvPr id="83" name="Shape 54">
            <a:extLst>
              <a:ext uri="{FF2B5EF4-FFF2-40B4-BE49-F238E27FC236}">
                <a16:creationId xmlns:a16="http://schemas.microsoft.com/office/drawing/2014/main" id="{F6911232-0B81-6112-22B3-AA8A26D00FD4}"/>
              </a:ext>
            </a:extLst>
          </p:cNvPr>
          <p:cNvSpPr/>
          <p:nvPr/>
        </p:nvSpPr>
        <p:spPr>
          <a:xfrm>
            <a:off x="3429854" y="5255587"/>
            <a:ext cx="1535166" cy="666886"/>
          </a:xfrm>
          <a:prstGeom prst="roundRect">
            <a:avLst>
              <a:gd name="adj" fmla="val 4348"/>
            </a:avLst>
          </a:prstGeom>
          <a:solidFill>
            <a:srgbClr val="F3F0FA"/>
          </a:solidFill>
          <a:ln w="14605">
            <a:solidFill>
              <a:srgbClr val="7258AE"/>
            </a:solidFill>
            <a:prstDash val="solid"/>
          </a:ln>
        </p:spPr>
        <p:txBody>
          <a:bodyPr lIns="91440" tIns="45720" rIns="91440" bIns="45720" anchor="ctr"/>
          <a:lstStyle/>
          <a:p>
            <a:pPr algn="ctr"/>
            <a:r>
              <a:rPr lang="en-US" sz="1000">
                <a:latin typeface="HCLTech Roobert" panose="020B0504030202060203" pitchFamily="2" charset="0"/>
                <a:cs typeface="HCLTech Roobert" panose="020B0504030202060203" pitchFamily="2" charset="0"/>
              </a:rPr>
              <a:t>Review / More info request / Rejection Notification</a:t>
            </a:r>
            <a:endParaRPr lang="en-US">
              <a:latin typeface="HCLTech Roobert" panose="020B0504030202060203" pitchFamily="2" charset="0"/>
              <a:cs typeface="HCLTech Roobert" panose="020B0504030202060203" pitchFamily="2" charset="0"/>
            </a:endParaRPr>
          </a:p>
        </p:txBody>
      </p:sp>
      <p:sp>
        <p:nvSpPr>
          <p:cNvPr id="85" name="Shape 56">
            <a:extLst>
              <a:ext uri="{FF2B5EF4-FFF2-40B4-BE49-F238E27FC236}">
                <a16:creationId xmlns:a16="http://schemas.microsoft.com/office/drawing/2014/main" id="{1A11D1C5-61E8-2256-EC69-7F4E21E3C181}"/>
              </a:ext>
            </a:extLst>
          </p:cNvPr>
          <p:cNvSpPr/>
          <p:nvPr/>
        </p:nvSpPr>
        <p:spPr>
          <a:xfrm>
            <a:off x="5179966" y="5255587"/>
            <a:ext cx="1524726" cy="666886"/>
          </a:xfrm>
          <a:prstGeom prst="roundRect">
            <a:avLst>
              <a:gd name="adj" fmla="val 4348"/>
            </a:avLst>
          </a:prstGeom>
          <a:solidFill>
            <a:srgbClr val="F3F0FA"/>
          </a:solidFill>
          <a:ln w="14605">
            <a:solidFill>
              <a:srgbClr val="7258AE"/>
            </a:solidFill>
            <a:prstDash val="solid"/>
          </a:ln>
        </p:spPr>
        <p:txBody>
          <a:bodyPr lIns="91440" tIns="45720" rIns="91440" bIns="45720" anchor="ctr"/>
          <a:lstStyle/>
          <a:p>
            <a:pPr algn="ctr"/>
            <a:r>
              <a:rPr lang="en-IN" sz="1000">
                <a:latin typeface="HCLTech Roobert" panose="020B0504030202060203" pitchFamily="2" charset="0"/>
                <a:cs typeface="HCLTech Roobert" panose="020B0504030202060203" pitchFamily="2" charset="0"/>
              </a:rPr>
              <a:t>Alignment Updates</a:t>
            </a:r>
          </a:p>
          <a:p>
            <a:pPr algn="ctr"/>
            <a:r>
              <a:rPr lang="en-IN" sz="1000">
                <a:latin typeface="HCLTech Roobert" panose="020B0504030202060203" pitchFamily="2" charset="0"/>
                <a:cs typeface="HCLTech Roobert" panose="020B0504030202060203" pitchFamily="2" charset="0"/>
              </a:rPr>
              <a:t>Funding approval Request Notification</a:t>
            </a:r>
          </a:p>
        </p:txBody>
      </p:sp>
      <p:sp>
        <p:nvSpPr>
          <p:cNvPr id="87" name="Shape 58">
            <a:extLst>
              <a:ext uri="{FF2B5EF4-FFF2-40B4-BE49-F238E27FC236}">
                <a16:creationId xmlns:a16="http://schemas.microsoft.com/office/drawing/2014/main" id="{453C954A-1683-1782-486E-98B72B0281B8}"/>
              </a:ext>
            </a:extLst>
          </p:cNvPr>
          <p:cNvSpPr/>
          <p:nvPr/>
        </p:nvSpPr>
        <p:spPr>
          <a:xfrm>
            <a:off x="6919639" y="5255587"/>
            <a:ext cx="1524726" cy="666886"/>
          </a:xfrm>
          <a:prstGeom prst="roundRect">
            <a:avLst>
              <a:gd name="adj" fmla="val 4348"/>
            </a:avLst>
          </a:prstGeom>
          <a:solidFill>
            <a:srgbClr val="F3F0FA"/>
          </a:solidFill>
          <a:ln w="14605">
            <a:solidFill>
              <a:srgbClr val="7258AE"/>
            </a:solidFill>
            <a:prstDash val="solid"/>
          </a:ln>
        </p:spPr>
        <p:txBody>
          <a:bodyPr lIns="91440" tIns="45720" rIns="91440" bIns="45720" anchor="ctr"/>
          <a:lstStyle/>
          <a:p>
            <a:pPr algn="ctr"/>
            <a:r>
              <a:rPr lang="en-US" sz="1000">
                <a:latin typeface="HCLTech Roobert" panose="020B0504030202060203" pitchFamily="2" charset="0"/>
                <a:cs typeface="HCLTech Roobert" panose="020B0504030202060203" pitchFamily="2" charset="0"/>
              </a:rPr>
              <a:t>Funding Approval/Rejection</a:t>
            </a:r>
            <a:endParaRPr lang="en-US">
              <a:latin typeface="HCLTech Roobert" panose="020B0504030202060203" pitchFamily="2" charset="0"/>
              <a:cs typeface="HCLTech Roobert" panose="020B0504030202060203" pitchFamily="2" charset="0"/>
            </a:endParaRPr>
          </a:p>
          <a:p>
            <a:pPr algn="ctr"/>
            <a:r>
              <a:rPr lang="en-US" sz="1000">
                <a:latin typeface="HCLTech Roobert" panose="020B0504030202060203" pitchFamily="2" charset="0"/>
                <a:cs typeface="HCLTech Roobert" panose="020B0504030202060203" pitchFamily="2" charset="0"/>
              </a:rPr>
              <a:t>Cost Center Decision Notification</a:t>
            </a:r>
          </a:p>
        </p:txBody>
      </p:sp>
      <p:sp>
        <p:nvSpPr>
          <p:cNvPr id="89" name="Shape 60">
            <a:extLst>
              <a:ext uri="{FF2B5EF4-FFF2-40B4-BE49-F238E27FC236}">
                <a16:creationId xmlns:a16="http://schemas.microsoft.com/office/drawing/2014/main" id="{FD4C63D9-B24E-5A7B-E02A-C258858B8B3F}"/>
              </a:ext>
            </a:extLst>
          </p:cNvPr>
          <p:cNvSpPr/>
          <p:nvPr/>
        </p:nvSpPr>
        <p:spPr>
          <a:xfrm>
            <a:off x="8648877" y="5255587"/>
            <a:ext cx="1527775" cy="666886"/>
          </a:xfrm>
          <a:prstGeom prst="roundRect">
            <a:avLst>
              <a:gd name="adj" fmla="val 4348"/>
            </a:avLst>
          </a:prstGeom>
          <a:solidFill>
            <a:srgbClr val="F3F0FA"/>
          </a:solidFill>
          <a:ln w="14605">
            <a:solidFill>
              <a:srgbClr val="7258AE"/>
            </a:solidFill>
            <a:prstDash val="solid"/>
          </a:ln>
        </p:spPr>
        <p:txBody>
          <a:bodyPr lIns="91440" tIns="45720" rIns="91440" bIns="45720" anchor="ctr"/>
          <a:lstStyle/>
          <a:p>
            <a:pPr algn="ctr"/>
            <a:r>
              <a:rPr lang="en-US" sz="1000">
                <a:latin typeface="HCLTech Roobert" panose="020B0504030202060203" pitchFamily="2" charset="0"/>
                <a:cs typeface="HCLTech Roobert" panose="020B0504030202060203" pitchFamily="2" charset="0"/>
              </a:rPr>
              <a:t>Status Change Update</a:t>
            </a:r>
          </a:p>
          <a:p>
            <a:pPr algn="ctr"/>
            <a:r>
              <a:rPr lang="en-US" sz="1000">
                <a:latin typeface="HCLTech Roobert" panose="020B0504030202060203" pitchFamily="2" charset="0"/>
                <a:cs typeface="HCLTech Roobert" panose="020B0504030202060203" pitchFamily="2" charset="0"/>
              </a:rPr>
              <a:t>Reminder,  Escalations &amp; Exceptions </a:t>
            </a:r>
          </a:p>
        </p:txBody>
      </p:sp>
      <p:sp>
        <p:nvSpPr>
          <p:cNvPr id="91" name="Shape 62">
            <a:extLst>
              <a:ext uri="{FF2B5EF4-FFF2-40B4-BE49-F238E27FC236}">
                <a16:creationId xmlns:a16="http://schemas.microsoft.com/office/drawing/2014/main" id="{3A2EF8ED-A3F3-DF09-FCC9-D2520C71E7FD}"/>
              </a:ext>
            </a:extLst>
          </p:cNvPr>
          <p:cNvSpPr/>
          <p:nvPr/>
        </p:nvSpPr>
        <p:spPr>
          <a:xfrm>
            <a:off x="10388550" y="5255586"/>
            <a:ext cx="1524724" cy="666886"/>
          </a:xfrm>
          <a:prstGeom prst="roundRect">
            <a:avLst>
              <a:gd name="adj" fmla="val 4348"/>
            </a:avLst>
          </a:prstGeom>
          <a:solidFill>
            <a:srgbClr val="F3F0FA"/>
          </a:solidFill>
          <a:ln w="14605">
            <a:solidFill>
              <a:srgbClr val="7258AE"/>
            </a:solidFill>
            <a:prstDash val="solid"/>
          </a:ln>
        </p:spPr>
        <p:txBody>
          <a:bodyPr lIns="91440" tIns="45720" rIns="91440" bIns="45720" anchor="ctr"/>
          <a:lstStyle/>
          <a:p>
            <a:pPr algn="ctr"/>
            <a:r>
              <a:rPr lang="en-US" sz="1000">
                <a:latin typeface="HCLTech Roobert" panose="020B0504030202060203" pitchFamily="2" charset="0"/>
                <a:cs typeface="HCLTech Roobert" panose="020B0504030202060203" pitchFamily="2" charset="0"/>
              </a:rPr>
              <a:t>Completion Notification</a:t>
            </a:r>
          </a:p>
          <a:p>
            <a:pPr algn="ctr"/>
            <a:r>
              <a:rPr lang="en-US" sz="1000">
                <a:latin typeface="HCLTech Roobert" panose="020B0504030202060203" pitchFamily="2" charset="0"/>
                <a:cs typeface="HCLTech Roobert" panose="020B0504030202060203" pitchFamily="2" charset="0"/>
              </a:rPr>
              <a:t>Report Available Notification</a:t>
            </a:r>
          </a:p>
        </p:txBody>
      </p:sp>
      <p:sp>
        <p:nvSpPr>
          <p:cNvPr id="3" name="Oval 2">
            <a:extLst>
              <a:ext uri="{FF2B5EF4-FFF2-40B4-BE49-F238E27FC236}">
                <a16:creationId xmlns:a16="http://schemas.microsoft.com/office/drawing/2014/main" id="{2FEB3F73-461E-2D89-D902-5AE43842808C}"/>
              </a:ext>
            </a:extLst>
          </p:cNvPr>
          <p:cNvSpPr/>
          <p:nvPr/>
        </p:nvSpPr>
        <p:spPr>
          <a:xfrm>
            <a:off x="1778914" y="1177096"/>
            <a:ext cx="260674" cy="238931"/>
          </a:xfrm>
          <a:prstGeom prst="ellipse">
            <a:avLst/>
          </a:prstGeom>
          <a:ln/>
        </p:spPr>
        <p:style>
          <a:lnRef idx="0">
            <a:schemeClr val="accent5"/>
          </a:lnRef>
          <a:fillRef idx="3">
            <a:schemeClr val="accent5"/>
          </a:fillRef>
          <a:effectRef idx="3">
            <a:schemeClr val="accent5"/>
          </a:effectRef>
          <a:fontRef idx="minor">
            <a:schemeClr val="lt1"/>
          </a:fontRef>
        </p:style>
        <p:txBody>
          <a:bodyPr lIns="288000" tIns="252000" rIns="288000" bIns="288000" rtlCol="0" anchor="ctr" anchorCtr="0"/>
          <a:lstStyle/>
          <a:p>
            <a:pPr algn="ctr"/>
            <a:r>
              <a:rPr lang="en-US" sz="1100" b="1">
                <a:solidFill>
                  <a:schemeClr val="tx1"/>
                </a:solidFill>
                <a:latin typeface="HCLTech Roobert" panose="020B0504030202060203" pitchFamily="2" charset="0"/>
                <a:cs typeface="HCLTech Roobert" panose="020B0504030202060203" pitchFamily="2" charset="0"/>
              </a:rPr>
              <a:t>1</a:t>
            </a:r>
          </a:p>
        </p:txBody>
      </p:sp>
      <p:sp>
        <p:nvSpPr>
          <p:cNvPr id="6" name="Oval 5">
            <a:extLst>
              <a:ext uri="{FF2B5EF4-FFF2-40B4-BE49-F238E27FC236}">
                <a16:creationId xmlns:a16="http://schemas.microsoft.com/office/drawing/2014/main" id="{9E530A76-E6C5-7F76-45AD-773EA3936E16}"/>
              </a:ext>
            </a:extLst>
          </p:cNvPr>
          <p:cNvSpPr/>
          <p:nvPr/>
        </p:nvSpPr>
        <p:spPr>
          <a:xfrm>
            <a:off x="3527404" y="1182865"/>
            <a:ext cx="260674" cy="238931"/>
          </a:xfrm>
          <a:prstGeom prst="ellipse">
            <a:avLst/>
          </a:prstGeom>
          <a:ln/>
        </p:spPr>
        <p:style>
          <a:lnRef idx="0">
            <a:schemeClr val="accent5"/>
          </a:lnRef>
          <a:fillRef idx="3">
            <a:schemeClr val="accent5"/>
          </a:fillRef>
          <a:effectRef idx="3">
            <a:schemeClr val="accent5"/>
          </a:effectRef>
          <a:fontRef idx="minor">
            <a:schemeClr val="lt1"/>
          </a:fontRef>
        </p:style>
        <p:txBody>
          <a:bodyPr lIns="288000" tIns="252000" rIns="288000" bIns="288000" rtlCol="0" anchor="ctr" anchorCtr="0"/>
          <a:lstStyle/>
          <a:p>
            <a:pPr algn="ctr"/>
            <a:r>
              <a:rPr lang="en-US" sz="1100" b="1">
                <a:solidFill>
                  <a:schemeClr val="tx1"/>
                </a:solidFill>
                <a:latin typeface="HCLTech Roobert" panose="020B0504030202060203" pitchFamily="2" charset="0"/>
                <a:cs typeface="HCLTech Roobert" panose="020B0504030202060203" pitchFamily="2" charset="0"/>
              </a:rPr>
              <a:t>2</a:t>
            </a:r>
          </a:p>
        </p:txBody>
      </p:sp>
      <p:sp>
        <p:nvSpPr>
          <p:cNvPr id="13" name="Oval 12">
            <a:extLst>
              <a:ext uri="{FF2B5EF4-FFF2-40B4-BE49-F238E27FC236}">
                <a16:creationId xmlns:a16="http://schemas.microsoft.com/office/drawing/2014/main" id="{B0640C8B-47D8-0F41-2CE5-8FCC8485FB9E}"/>
              </a:ext>
            </a:extLst>
          </p:cNvPr>
          <p:cNvSpPr/>
          <p:nvPr/>
        </p:nvSpPr>
        <p:spPr>
          <a:xfrm>
            <a:off x="5279211" y="1182864"/>
            <a:ext cx="260674" cy="238931"/>
          </a:xfrm>
          <a:prstGeom prst="ellipse">
            <a:avLst/>
          </a:prstGeom>
          <a:ln/>
        </p:spPr>
        <p:style>
          <a:lnRef idx="0">
            <a:schemeClr val="accent5"/>
          </a:lnRef>
          <a:fillRef idx="3">
            <a:schemeClr val="accent5"/>
          </a:fillRef>
          <a:effectRef idx="3">
            <a:schemeClr val="accent5"/>
          </a:effectRef>
          <a:fontRef idx="minor">
            <a:schemeClr val="lt1"/>
          </a:fontRef>
        </p:style>
        <p:txBody>
          <a:bodyPr lIns="288000" tIns="252000" rIns="288000" bIns="288000" rtlCol="0" anchor="ctr" anchorCtr="0"/>
          <a:lstStyle/>
          <a:p>
            <a:pPr algn="ctr"/>
            <a:r>
              <a:rPr lang="en-US" sz="1100" b="1">
                <a:solidFill>
                  <a:schemeClr val="tx1"/>
                </a:solidFill>
                <a:latin typeface="HCLTech Roobert" panose="020B0504030202060203" pitchFamily="2" charset="0"/>
                <a:cs typeface="HCLTech Roobert" panose="020B0504030202060203" pitchFamily="2" charset="0"/>
              </a:rPr>
              <a:t>3</a:t>
            </a:r>
          </a:p>
        </p:txBody>
      </p:sp>
      <p:sp>
        <p:nvSpPr>
          <p:cNvPr id="15" name="Oval 14">
            <a:extLst>
              <a:ext uri="{FF2B5EF4-FFF2-40B4-BE49-F238E27FC236}">
                <a16:creationId xmlns:a16="http://schemas.microsoft.com/office/drawing/2014/main" id="{CA969091-E455-9747-DDE8-A75352C2329C}"/>
              </a:ext>
            </a:extLst>
          </p:cNvPr>
          <p:cNvSpPr/>
          <p:nvPr/>
        </p:nvSpPr>
        <p:spPr>
          <a:xfrm>
            <a:off x="7008450" y="1182863"/>
            <a:ext cx="260674" cy="238931"/>
          </a:xfrm>
          <a:prstGeom prst="ellipse">
            <a:avLst/>
          </a:prstGeom>
          <a:ln/>
        </p:spPr>
        <p:style>
          <a:lnRef idx="0">
            <a:schemeClr val="accent5"/>
          </a:lnRef>
          <a:fillRef idx="3">
            <a:schemeClr val="accent5"/>
          </a:fillRef>
          <a:effectRef idx="3">
            <a:schemeClr val="accent5"/>
          </a:effectRef>
          <a:fontRef idx="minor">
            <a:schemeClr val="lt1"/>
          </a:fontRef>
        </p:style>
        <p:txBody>
          <a:bodyPr lIns="288000" tIns="252000" rIns="288000" bIns="288000" rtlCol="0" anchor="ctr" anchorCtr="0"/>
          <a:lstStyle/>
          <a:p>
            <a:pPr algn="ctr"/>
            <a:r>
              <a:rPr lang="en-US" sz="1100" b="1">
                <a:solidFill>
                  <a:schemeClr val="tx1"/>
                </a:solidFill>
                <a:latin typeface="HCLTech Roobert" panose="020B0504030202060203" pitchFamily="2" charset="0"/>
                <a:cs typeface="HCLTech Roobert" panose="020B0504030202060203" pitchFamily="2" charset="0"/>
              </a:rPr>
              <a:t>4</a:t>
            </a:r>
          </a:p>
        </p:txBody>
      </p:sp>
      <p:sp>
        <p:nvSpPr>
          <p:cNvPr id="18" name="Oval 17">
            <a:extLst>
              <a:ext uri="{FF2B5EF4-FFF2-40B4-BE49-F238E27FC236}">
                <a16:creationId xmlns:a16="http://schemas.microsoft.com/office/drawing/2014/main" id="{07606CCF-946F-CE7A-950D-92F55D0D31BF}"/>
              </a:ext>
            </a:extLst>
          </p:cNvPr>
          <p:cNvSpPr/>
          <p:nvPr/>
        </p:nvSpPr>
        <p:spPr>
          <a:xfrm>
            <a:off x="8719087" y="1177096"/>
            <a:ext cx="260674" cy="238931"/>
          </a:xfrm>
          <a:prstGeom prst="ellipse">
            <a:avLst/>
          </a:prstGeom>
          <a:ln/>
        </p:spPr>
        <p:style>
          <a:lnRef idx="0">
            <a:schemeClr val="accent5"/>
          </a:lnRef>
          <a:fillRef idx="3">
            <a:schemeClr val="accent5"/>
          </a:fillRef>
          <a:effectRef idx="3">
            <a:schemeClr val="accent5"/>
          </a:effectRef>
          <a:fontRef idx="minor">
            <a:schemeClr val="lt1"/>
          </a:fontRef>
        </p:style>
        <p:txBody>
          <a:bodyPr lIns="288000" tIns="252000" rIns="288000" bIns="288000" rtlCol="0" anchor="ctr" anchorCtr="0"/>
          <a:lstStyle/>
          <a:p>
            <a:pPr algn="ctr"/>
            <a:r>
              <a:rPr lang="en-US" sz="1100" b="1">
                <a:solidFill>
                  <a:schemeClr val="tx1"/>
                </a:solidFill>
                <a:latin typeface="HCLTech Roobert" panose="020B0504030202060203" pitchFamily="2" charset="0"/>
                <a:cs typeface="HCLTech Roobert" panose="020B0504030202060203" pitchFamily="2" charset="0"/>
              </a:rPr>
              <a:t>5</a:t>
            </a:r>
          </a:p>
        </p:txBody>
      </p:sp>
      <p:sp>
        <p:nvSpPr>
          <p:cNvPr id="22" name="Oval 21">
            <a:extLst>
              <a:ext uri="{FF2B5EF4-FFF2-40B4-BE49-F238E27FC236}">
                <a16:creationId xmlns:a16="http://schemas.microsoft.com/office/drawing/2014/main" id="{FA137EDB-BF19-D9D5-3F19-7851746CD84C}"/>
              </a:ext>
            </a:extLst>
          </p:cNvPr>
          <p:cNvSpPr/>
          <p:nvPr/>
        </p:nvSpPr>
        <p:spPr>
          <a:xfrm>
            <a:off x="10448322" y="1172427"/>
            <a:ext cx="260674" cy="238931"/>
          </a:xfrm>
          <a:prstGeom prst="ellipse">
            <a:avLst/>
          </a:prstGeom>
          <a:ln/>
        </p:spPr>
        <p:style>
          <a:lnRef idx="0">
            <a:schemeClr val="accent5"/>
          </a:lnRef>
          <a:fillRef idx="3">
            <a:schemeClr val="accent5"/>
          </a:fillRef>
          <a:effectRef idx="3">
            <a:schemeClr val="accent5"/>
          </a:effectRef>
          <a:fontRef idx="minor">
            <a:schemeClr val="lt1"/>
          </a:fontRef>
        </p:style>
        <p:txBody>
          <a:bodyPr lIns="288000" tIns="252000" rIns="288000" bIns="288000" rtlCol="0" anchor="ctr" anchorCtr="0"/>
          <a:lstStyle/>
          <a:p>
            <a:pPr algn="ctr"/>
            <a:r>
              <a:rPr lang="en-US" sz="1100" b="1">
                <a:solidFill>
                  <a:schemeClr val="tx1"/>
                </a:solidFill>
                <a:latin typeface="HCLTech Roobert" panose="020B0504030202060203" pitchFamily="2" charset="0"/>
                <a:cs typeface="HCLTech Roobert" panose="020B0504030202060203" pitchFamily="2" charset="0"/>
              </a:rPr>
              <a:t>6</a:t>
            </a:r>
          </a:p>
        </p:txBody>
      </p:sp>
    </p:spTree>
    <p:extLst>
      <p:ext uri="{BB962C8B-B14F-4D97-AF65-F5344CB8AC3E}">
        <p14:creationId xmlns:p14="http://schemas.microsoft.com/office/powerpoint/2010/main" val="1910396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2D101-CF74-D864-0320-EBD9FF33956C}"/>
            </a:ext>
          </a:extLst>
        </p:cNvPr>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0CC91B70-EF9A-7D09-12CE-34D84E152380}"/>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Copyright © </a:t>
            </a:r>
            <a:r>
              <a:rPr lang="en-US">
                <a:solidFill>
                  <a:srgbClr val="000000">
                    <a:alpha val="50000"/>
                  </a:srgbClr>
                </a:solidFill>
                <a:latin typeface="HCLTech Roobert Light"/>
              </a:rPr>
              <a:t>2026</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a:t>
            </a:r>
            <a:r>
              <a:rPr kumimoji="0" lang="en-US" sz="800" b="0" i="0" u="none" strike="noStrike" kern="1200" cap="none" spc="0" normalizeH="0" baseline="0" noProof="0" err="1">
                <a:ln>
                  <a:noFill/>
                </a:ln>
                <a:solidFill>
                  <a:srgbClr val="000000">
                    <a:alpha val="50000"/>
                  </a:srgbClr>
                </a:solidFill>
                <a:effectLst/>
                <a:uLnTx/>
                <a:uFillTx/>
                <a:latin typeface="HCLTech Roobert Light"/>
                <a:ea typeface="+mn-ea"/>
                <a:cs typeface="+mn-cs"/>
              </a:rPr>
              <a:t>HCLTech</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 Confidential</a:t>
            </a:r>
          </a:p>
        </p:txBody>
      </p:sp>
      <p:sp>
        <p:nvSpPr>
          <p:cNvPr id="12" name="Slide Number Placeholder 11">
            <a:extLst>
              <a:ext uri="{FF2B5EF4-FFF2-40B4-BE49-F238E27FC236}">
                <a16:creationId xmlns:a16="http://schemas.microsoft.com/office/drawing/2014/main" id="{D882704B-F64A-EFEA-784B-A2DC8F049270}"/>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E577F39-B882-FB4F-BD46-95C2A231B68A}" type="slidenum">
              <a:rPr kumimoji="0" lang="en-US" sz="800" b="0" i="0" u="none" strike="noStrike" kern="1200" cap="none" spc="0" normalizeH="0" baseline="0" noProof="0" smtClean="0">
                <a:ln>
                  <a:noFill/>
                </a:ln>
                <a:solidFill>
                  <a:srgbClr val="000000">
                    <a:alpha val="50000"/>
                  </a:srgbClr>
                </a:solidFill>
                <a:effectLst/>
                <a:uLnTx/>
                <a:uFillTx/>
                <a:latin typeface="HCLTech Roobert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endParaRPr>
          </a:p>
        </p:txBody>
      </p:sp>
      <p:pic>
        <p:nvPicPr>
          <p:cNvPr id="8" name="object 9">
            <a:extLst>
              <a:ext uri="{FF2B5EF4-FFF2-40B4-BE49-F238E27FC236}">
                <a16:creationId xmlns:a16="http://schemas.microsoft.com/office/drawing/2014/main" id="{0C393563-D7EA-A31E-4FA9-81B0794EA5B5}"/>
              </a:ext>
              <a:ext uri="{C183D7F6-B498-43B3-948B-1728B52AA6E4}">
                <adec:decorative xmlns:adec="http://schemas.microsoft.com/office/drawing/2017/decorative" val="1"/>
              </a:ext>
            </a:extLst>
          </p:cNvPr>
          <p:cNvPicPr/>
          <p:nvPr/>
        </p:nvPicPr>
        <p:blipFill>
          <a:blip r:embed="rId3" cstate="screen">
            <a:extLst>
              <a:ext uri="{28A0092B-C50C-407E-A947-70E740481C1C}">
                <a14:useLocalDpi xmlns:a14="http://schemas.microsoft.com/office/drawing/2010/main"/>
              </a:ext>
            </a:extLst>
          </a:blip>
          <a:stretch>
            <a:fillRect/>
          </a:stretch>
        </p:blipFill>
        <p:spPr>
          <a:xfrm>
            <a:off x="11206" y="21722"/>
            <a:ext cx="12192000" cy="632700"/>
          </a:xfrm>
          <a:prstGeom prst="rect">
            <a:avLst/>
          </a:prstGeom>
        </p:spPr>
      </p:pic>
      <p:sp>
        <p:nvSpPr>
          <p:cNvPr id="22" name="Text 0">
            <a:extLst>
              <a:ext uri="{FF2B5EF4-FFF2-40B4-BE49-F238E27FC236}">
                <a16:creationId xmlns:a16="http://schemas.microsoft.com/office/drawing/2014/main" id="{901F53E2-7CFE-C174-887C-3A38810D27EA}"/>
              </a:ext>
            </a:extLst>
          </p:cNvPr>
          <p:cNvSpPr/>
          <p:nvPr/>
        </p:nvSpPr>
        <p:spPr>
          <a:xfrm>
            <a:off x="139503" y="140387"/>
            <a:ext cx="11194929" cy="415363"/>
          </a:xfrm>
          <a:prstGeom prst="rect">
            <a:avLst/>
          </a:prstGeom>
          <a:noFill/>
          <a:ln/>
        </p:spPr>
        <p:txBody>
          <a:bodyPr wrap="square" lIns="0" tIns="0" rIns="0" bIns="0" rtlCol="0" anchor="ctr"/>
          <a:lstStyle/>
          <a:p>
            <a:r>
              <a:rPr lang="en-US" sz="2400" b="1">
                <a:solidFill>
                  <a:srgbClr val="FFFFFF"/>
                </a:solidFill>
                <a:latin typeface="HCLTech Roobert ExtraBold"/>
                <a:cs typeface="HCLTech Roobert ExtraBold"/>
              </a:rPr>
              <a:t>Solution Architecture</a:t>
            </a:r>
            <a:endParaRPr lang="en-US"/>
          </a:p>
        </p:txBody>
      </p:sp>
      <p:sp>
        <p:nvSpPr>
          <p:cNvPr id="3" name="Rectangle: Rounded Corners 2">
            <a:extLst>
              <a:ext uri="{FF2B5EF4-FFF2-40B4-BE49-F238E27FC236}">
                <a16:creationId xmlns:a16="http://schemas.microsoft.com/office/drawing/2014/main" id="{FC0E07B6-8B43-B203-EA92-83D8B7188CF3}"/>
              </a:ext>
            </a:extLst>
          </p:cNvPr>
          <p:cNvSpPr/>
          <p:nvPr/>
        </p:nvSpPr>
        <p:spPr>
          <a:xfrm>
            <a:off x="4234673" y="2022918"/>
            <a:ext cx="2461279" cy="1051411"/>
          </a:xfrm>
          <a:prstGeom prst="roundRect">
            <a:avLst/>
          </a:prstGeom>
          <a:solidFill>
            <a:schemeClr val="accent5">
              <a:lumMod val="20000"/>
              <a:lumOff val="80000"/>
            </a:schemeClr>
          </a:solidFill>
          <a:ln/>
        </p:spPr>
        <p:style>
          <a:lnRef idx="2">
            <a:schemeClr val="accent2"/>
          </a:lnRef>
          <a:fillRef idx="1">
            <a:schemeClr val="lt1"/>
          </a:fillRef>
          <a:effectRef idx="0">
            <a:schemeClr val="accent2"/>
          </a:effectRef>
          <a:fontRef idx="minor">
            <a:schemeClr val="dk1"/>
          </a:fontRef>
        </p:style>
        <p:txBody>
          <a:bodyPr rtlCol="0" anchor="t"/>
          <a:lstStyle/>
          <a:p>
            <a:pPr algn="ctr"/>
            <a:endParaRPr lang="en-US" b="1">
              <a:latin typeface="HCLTech Roobert" panose="020B0504030202060203" pitchFamily="2" charset="0"/>
              <a:cs typeface="HCLTech Roobert" panose="020B0504030202060203" pitchFamily="2" charset="0"/>
            </a:endParaRPr>
          </a:p>
        </p:txBody>
      </p:sp>
      <p:sp>
        <p:nvSpPr>
          <p:cNvPr id="9" name="Rectangle: Rounded Corners 8">
            <a:extLst>
              <a:ext uri="{FF2B5EF4-FFF2-40B4-BE49-F238E27FC236}">
                <a16:creationId xmlns:a16="http://schemas.microsoft.com/office/drawing/2014/main" id="{D69E06B5-8E23-582A-D6DF-998556D8DBB1}"/>
              </a:ext>
            </a:extLst>
          </p:cNvPr>
          <p:cNvSpPr/>
          <p:nvPr/>
        </p:nvSpPr>
        <p:spPr>
          <a:xfrm>
            <a:off x="1438489" y="1882653"/>
            <a:ext cx="2401441" cy="2880410"/>
          </a:xfrm>
          <a:prstGeom prst="roundRect">
            <a:avLst>
              <a:gd name="adj" fmla="val 5863"/>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E730BEC0-6F18-9495-A0CB-ED793762EFCD}"/>
              </a:ext>
            </a:extLst>
          </p:cNvPr>
          <p:cNvSpPr/>
          <p:nvPr/>
        </p:nvSpPr>
        <p:spPr>
          <a:xfrm>
            <a:off x="4359515" y="2230125"/>
            <a:ext cx="1760700" cy="62510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b="1">
                <a:latin typeface="HCLTech Roobert" panose="020B0504030202060203" pitchFamily="2" charset="0"/>
                <a:cs typeface="HCLTech Roobert" panose="020B0504030202060203" pitchFamily="2" charset="0"/>
              </a:rPr>
              <a:t>Automation Workflow</a:t>
            </a:r>
          </a:p>
        </p:txBody>
      </p:sp>
      <p:sp>
        <p:nvSpPr>
          <p:cNvPr id="25" name="TextBox 24">
            <a:extLst>
              <a:ext uri="{FF2B5EF4-FFF2-40B4-BE49-F238E27FC236}">
                <a16:creationId xmlns:a16="http://schemas.microsoft.com/office/drawing/2014/main" id="{EB3EAD1D-DC0C-AD87-FE92-4BB35A19941D}"/>
              </a:ext>
            </a:extLst>
          </p:cNvPr>
          <p:cNvSpPr txBox="1"/>
          <p:nvPr/>
        </p:nvSpPr>
        <p:spPr>
          <a:xfrm>
            <a:off x="83164" y="3196625"/>
            <a:ext cx="852265" cy="279856"/>
          </a:xfrm>
          <a:prstGeom prst="rect">
            <a:avLst/>
          </a:prstGeom>
          <a:noFill/>
        </p:spPr>
        <p:txBody>
          <a:bodyPr wrap="square" lIns="91392" tIns="45708" rIns="91392" bIns="45708">
            <a:spAutoFit/>
          </a:bodyPr>
          <a:lstStyle>
            <a:defPPr>
              <a:defRPr lang="en-US"/>
            </a:defPPr>
            <a:lvl1pPr defTabSz="913852">
              <a:defRPr sz="1400">
                <a:latin typeface="HCLTech Roobert" panose="020B0504030202060203" pitchFamily="34" charset="0"/>
                <a:cs typeface="HCLTech Roobert" panose="020B0504030202060203" pitchFamily="34" charset="0"/>
              </a:defRPr>
            </a:lvl1pPr>
          </a:lstStyle>
          <a:p>
            <a:pPr algn="ctr"/>
            <a:r>
              <a:rPr lang="en-US" sz="1600"/>
              <a:t>Users</a:t>
            </a:r>
          </a:p>
        </p:txBody>
      </p:sp>
      <p:pic>
        <p:nvPicPr>
          <p:cNvPr id="26" name="Graphic 25" descr="User outline">
            <a:extLst>
              <a:ext uri="{FF2B5EF4-FFF2-40B4-BE49-F238E27FC236}">
                <a16:creationId xmlns:a16="http://schemas.microsoft.com/office/drawing/2014/main" id="{D7DFA576-381F-2639-88A3-AE53010A59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1242" y="3762110"/>
            <a:ext cx="755915" cy="755915"/>
          </a:xfrm>
          <a:prstGeom prst="rect">
            <a:avLst/>
          </a:prstGeom>
        </p:spPr>
      </p:pic>
      <p:sp>
        <p:nvSpPr>
          <p:cNvPr id="27" name="TextBox 26">
            <a:extLst>
              <a:ext uri="{FF2B5EF4-FFF2-40B4-BE49-F238E27FC236}">
                <a16:creationId xmlns:a16="http://schemas.microsoft.com/office/drawing/2014/main" id="{2BB8D93F-9366-820A-9DE7-4000AFFD03DB}"/>
              </a:ext>
            </a:extLst>
          </p:cNvPr>
          <p:cNvSpPr txBox="1"/>
          <p:nvPr/>
        </p:nvSpPr>
        <p:spPr>
          <a:xfrm>
            <a:off x="103066" y="4500432"/>
            <a:ext cx="852265" cy="279856"/>
          </a:xfrm>
          <a:prstGeom prst="rect">
            <a:avLst/>
          </a:prstGeom>
          <a:noFill/>
        </p:spPr>
        <p:txBody>
          <a:bodyPr wrap="square" lIns="91392" tIns="45708" rIns="91392" bIns="45708">
            <a:spAutoFit/>
          </a:bodyPr>
          <a:lstStyle>
            <a:defPPr>
              <a:defRPr lang="en-US"/>
            </a:defPPr>
            <a:lvl1pPr defTabSz="913852">
              <a:defRPr sz="1400">
                <a:latin typeface="HCLTech Roobert" panose="020B0504030202060203" pitchFamily="34" charset="0"/>
                <a:cs typeface="HCLTech Roobert" panose="020B0504030202060203" pitchFamily="34" charset="0"/>
              </a:defRPr>
            </a:lvl1pPr>
          </a:lstStyle>
          <a:p>
            <a:pPr algn="ctr"/>
            <a:r>
              <a:rPr lang="en-US" sz="1600"/>
              <a:t>Admin</a:t>
            </a:r>
          </a:p>
        </p:txBody>
      </p:sp>
      <p:pic>
        <p:nvPicPr>
          <p:cNvPr id="28" name="Graphic 27" descr="Users outline">
            <a:extLst>
              <a:ext uri="{FF2B5EF4-FFF2-40B4-BE49-F238E27FC236}">
                <a16:creationId xmlns:a16="http://schemas.microsoft.com/office/drawing/2014/main" id="{99D0B576-906F-FF0F-59C5-5027D9D7AE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515" y="2331608"/>
            <a:ext cx="1029523" cy="1029522"/>
          </a:xfrm>
          <a:prstGeom prst="rect">
            <a:avLst/>
          </a:prstGeom>
        </p:spPr>
      </p:pic>
      <p:sp>
        <p:nvSpPr>
          <p:cNvPr id="29" name="Arrow: Striped Right 28">
            <a:extLst>
              <a:ext uri="{FF2B5EF4-FFF2-40B4-BE49-F238E27FC236}">
                <a16:creationId xmlns:a16="http://schemas.microsoft.com/office/drawing/2014/main" id="{7CC0F817-9250-0510-FB3C-F753926B402F}"/>
              </a:ext>
            </a:extLst>
          </p:cNvPr>
          <p:cNvSpPr/>
          <p:nvPr/>
        </p:nvSpPr>
        <p:spPr>
          <a:xfrm>
            <a:off x="1062038" y="2854200"/>
            <a:ext cx="365496" cy="260402"/>
          </a:xfrm>
          <a:prstGeom prst="striped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Striped Right 29">
            <a:extLst>
              <a:ext uri="{FF2B5EF4-FFF2-40B4-BE49-F238E27FC236}">
                <a16:creationId xmlns:a16="http://schemas.microsoft.com/office/drawing/2014/main" id="{8B46363C-7D01-A3F5-7350-50EC9CCA280A}"/>
              </a:ext>
            </a:extLst>
          </p:cNvPr>
          <p:cNvSpPr/>
          <p:nvPr/>
        </p:nvSpPr>
        <p:spPr>
          <a:xfrm>
            <a:off x="1062038" y="3957258"/>
            <a:ext cx="365496" cy="260402"/>
          </a:xfrm>
          <a:prstGeom prst="striped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Left-Right 30">
            <a:extLst>
              <a:ext uri="{FF2B5EF4-FFF2-40B4-BE49-F238E27FC236}">
                <a16:creationId xmlns:a16="http://schemas.microsoft.com/office/drawing/2014/main" id="{CC5EA91B-806F-9720-6CB0-98AFE0BC5E1A}"/>
              </a:ext>
            </a:extLst>
          </p:cNvPr>
          <p:cNvSpPr/>
          <p:nvPr/>
        </p:nvSpPr>
        <p:spPr>
          <a:xfrm>
            <a:off x="3663906" y="2358342"/>
            <a:ext cx="594075" cy="321771"/>
          </a:xfrm>
          <a:prstGeom prst="lef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65F9EF1E-F0A6-3574-0896-0735C9254BD0}"/>
              </a:ext>
            </a:extLst>
          </p:cNvPr>
          <p:cNvGrpSpPr/>
          <p:nvPr/>
        </p:nvGrpSpPr>
        <p:grpSpPr>
          <a:xfrm>
            <a:off x="1712024" y="2225843"/>
            <a:ext cx="1659538" cy="2313831"/>
            <a:chOff x="4527686" y="3187431"/>
            <a:chExt cx="1659538" cy="2313831"/>
          </a:xfrm>
        </p:grpSpPr>
        <p:sp>
          <p:nvSpPr>
            <p:cNvPr id="33" name="Rectangle: Rounded Corners 32">
              <a:extLst>
                <a:ext uri="{FF2B5EF4-FFF2-40B4-BE49-F238E27FC236}">
                  <a16:creationId xmlns:a16="http://schemas.microsoft.com/office/drawing/2014/main" id="{172EB25A-FD05-FC22-2C51-42BA2A1BC14A}"/>
                </a:ext>
              </a:extLst>
            </p:cNvPr>
            <p:cNvSpPr/>
            <p:nvPr/>
          </p:nvSpPr>
          <p:spPr>
            <a:xfrm>
              <a:off x="4527686" y="3187431"/>
              <a:ext cx="1659538" cy="2313831"/>
            </a:xfrm>
            <a:prstGeom prst="roundRect">
              <a:avLst/>
            </a:prstGeom>
            <a:solidFill>
              <a:schemeClr val="accent1">
                <a:lumMod val="20000"/>
                <a:lumOff val="80000"/>
              </a:schemeClr>
            </a:solidFill>
            <a:ln/>
          </p:spPr>
          <p:style>
            <a:lnRef idx="2">
              <a:schemeClr val="accent2"/>
            </a:lnRef>
            <a:fillRef idx="1">
              <a:schemeClr val="lt1"/>
            </a:fillRef>
            <a:effectRef idx="0">
              <a:schemeClr val="accent2"/>
            </a:effectRef>
            <a:fontRef idx="minor">
              <a:schemeClr val="dk1"/>
            </a:fontRef>
          </p:style>
          <p:txBody>
            <a:bodyPr rtlCol="0" anchor="t"/>
            <a:lstStyle/>
            <a:p>
              <a:pPr algn="ctr"/>
              <a:r>
                <a:rPr lang="en-US" b="1">
                  <a:latin typeface="HCLTech Roobert" panose="020B0504030202060203" pitchFamily="2" charset="0"/>
                  <a:cs typeface="HCLTech Roobert" panose="020B0504030202060203" pitchFamily="2" charset="0"/>
                </a:rPr>
                <a:t>UI Layer</a:t>
              </a:r>
            </a:p>
          </p:txBody>
        </p:sp>
        <p:sp>
          <p:nvSpPr>
            <p:cNvPr id="34" name="Rectangle: Rounded Corners 33">
              <a:extLst>
                <a:ext uri="{FF2B5EF4-FFF2-40B4-BE49-F238E27FC236}">
                  <a16:creationId xmlns:a16="http://schemas.microsoft.com/office/drawing/2014/main" id="{AEC2154D-70C7-8D12-81C4-C4247686CAFB}"/>
                </a:ext>
              </a:extLst>
            </p:cNvPr>
            <p:cNvSpPr/>
            <p:nvPr/>
          </p:nvSpPr>
          <p:spPr>
            <a:xfrm>
              <a:off x="4789823" y="3746886"/>
              <a:ext cx="1188720" cy="575832"/>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latin typeface="HCLTech Roobert" panose="020B0504030202060203" pitchFamily="2" charset="0"/>
                  <a:cs typeface="HCLTech Roobert" panose="020B0504030202060203" pitchFamily="2" charset="0"/>
                </a:rPr>
                <a:t>Power Canvas Apps  Form(s)</a:t>
              </a:r>
            </a:p>
          </p:txBody>
        </p:sp>
        <p:sp>
          <p:nvSpPr>
            <p:cNvPr id="35" name="Rectangle: Rounded Corners 34">
              <a:extLst>
                <a:ext uri="{FF2B5EF4-FFF2-40B4-BE49-F238E27FC236}">
                  <a16:creationId xmlns:a16="http://schemas.microsoft.com/office/drawing/2014/main" id="{C155730C-A3CB-AFA5-4032-DDC548E325C7}"/>
                </a:ext>
              </a:extLst>
            </p:cNvPr>
            <p:cNvSpPr/>
            <p:nvPr/>
          </p:nvSpPr>
          <p:spPr>
            <a:xfrm>
              <a:off x="4780757" y="4700438"/>
              <a:ext cx="1188720" cy="511895"/>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latin typeface="HCLTech Roobert" panose="020B0504030202060203" pitchFamily="2" charset="0"/>
                  <a:cs typeface="HCLTech Roobert" panose="020B0504030202060203" pitchFamily="2" charset="0"/>
                </a:rPr>
                <a:t>Power  Model Driven Apps</a:t>
              </a:r>
            </a:p>
          </p:txBody>
        </p:sp>
      </p:grpSp>
      <p:sp>
        <p:nvSpPr>
          <p:cNvPr id="36" name="Rectangle: Rounded Corners 35">
            <a:extLst>
              <a:ext uri="{FF2B5EF4-FFF2-40B4-BE49-F238E27FC236}">
                <a16:creationId xmlns:a16="http://schemas.microsoft.com/office/drawing/2014/main" id="{56DFBE16-A719-E7B4-1619-B628B609D779}"/>
              </a:ext>
            </a:extLst>
          </p:cNvPr>
          <p:cNvSpPr/>
          <p:nvPr/>
        </p:nvSpPr>
        <p:spPr>
          <a:xfrm>
            <a:off x="3966847" y="1882653"/>
            <a:ext cx="3009580" cy="2897635"/>
          </a:xfrm>
          <a:prstGeom prst="roundRect">
            <a:avLst>
              <a:gd name="adj" fmla="val 4593"/>
            </a:avLst>
          </a:prstGeom>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23E5A8CB-DD0C-3D13-21C7-5839C6D7BBF3}"/>
              </a:ext>
            </a:extLst>
          </p:cNvPr>
          <p:cNvSpPr/>
          <p:nvPr/>
        </p:nvSpPr>
        <p:spPr>
          <a:xfrm>
            <a:off x="1317303" y="1267186"/>
            <a:ext cx="7047764" cy="4549414"/>
          </a:xfrm>
          <a:prstGeom prst="roundRect">
            <a:avLst>
              <a:gd name="adj" fmla="val 4593"/>
            </a:avLst>
          </a:prstGeom>
          <a:noFill/>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38" name="Picture 37">
            <a:extLst>
              <a:ext uri="{FF2B5EF4-FFF2-40B4-BE49-F238E27FC236}">
                <a16:creationId xmlns:a16="http://schemas.microsoft.com/office/drawing/2014/main" id="{89C430C3-C2B4-39D0-637E-7E6F756E1C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2038" y="1416482"/>
            <a:ext cx="1138880" cy="371153"/>
          </a:xfrm>
          <a:prstGeom prst="rect">
            <a:avLst/>
          </a:prstGeom>
        </p:spPr>
      </p:pic>
      <p:grpSp>
        <p:nvGrpSpPr>
          <p:cNvPr id="39" name="Group 38">
            <a:extLst>
              <a:ext uri="{FF2B5EF4-FFF2-40B4-BE49-F238E27FC236}">
                <a16:creationId xmlns:a16="http://schemas.microsoft.com/office/drawing/2014/main" id="{CDD8D915-3F08-65FD-1001-FB26EE5B2A08}"/>
              </a:ext>
            </a:extLst>
          </p:cNvPr>
          <p:cNvGrpSpPr/>
          <p:nvPr/>
        </p:nvGrpSpPr>
        <p:grpSpPr>
          <a:xfrm>
            <a:off x="1438489" y="4968571"/>
            <a:ext cx="5924014" cy="734790"/>
            <a:chOff x="1734086" y="5283910"/>
            <a:chExt cx="5924014" cy="734790"/>
          </a:xfrm>
        </p:grpSpPr>
        <p:sp>
          <p:nvSpPr>
            <p:cNvPr id="40" name="Rectangle: Rounded Corners 39">
              <a:extLst>
                <a:ext uri="{FF2B5EF4-FFF2-40B4-BE49-F238E27FC236}">
                  <a16:creationId xmlns:a16="http://schemas.microsoft.com/office/drawing/2014/main" id="{30FC6D8D-61D2-AF5C-958E-148956925E9B}"/>
                </a:ext>
              </a:extLst>
            </p:cNvPr>
            <p:cNvSpPr/>
            <p:nvPr/>
          </p:nvSpPr>
          <p:spPr>
            <a:xfrm>
              <a:off x="1734086" y="5283910"/>
              <a:ext cx="5924014" cy="734790"/>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latin typeface="HCLTech Roobert" panose="020B0504030202060203" pitchFamily="2" charset="0"/>
                  <a:cs typeface="HCLTech Roobert" panose="020B0504030202060203" pitchFamily="2" charset="0"/>
                </a:rPr>
                <a:t>Data Layer</a:t>
              </a:r>
            </a:p>
          </p:txBody>
        </p:sp>
        <p:sp>
          <p:nvSpPr>
            <p:cNvPr id="41" name="Rectangle: Rounded Corners 40">
              <a:extLst>
                <a:ext uri="{FF2B5EF4-FFF2-40B4-BE49-F238E27FC236}">
                  <a16:creationId xmlns:a16="http://schemas.microsoft.com/office/drawing/2014/main" id="{7D54067D-9F42-E1FC-175A-33898AEE8E28}"/>
                </a:ext>
              </a:extLst>
            </p:cNvPr>
            <p:cNvSpPr/>
            <p:nvPr/>
          </p:nvSpPr>
          <p:spPr>
            <a:xfrm>
              <a:off x="3057847" y="5506078"/>
              <a:ext cx="1842038" cy="41913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b="1">
                <a:latin typeface="HCLTech Roobert" panose="020B0504030202060203" pitchFamily="2" charset="0"/>
                <a:cs typeface="HCLTech Roobert" panose="020B0504030202060203" pitchFamily="2" charset="0"/>
              </a:endParaRPr>
            </a:p>
          </p:txBody>
        </p:sp>
        <p:pic>
          <p:nvPicPr>
            <p:cNvPr id="42" name="Picture 2">
              <a:extLst>
                <a:ext uri="{FF2B5EF4-FFF2-40B4-BE49-F238E27FC236}">
                  <a16:creationId xmlns:a16="http://schemas.microsoft.com/office/drawing/2014/main" id="{FD151F88-1217-1C67-587A-A949A67B8E1A}"/>
                </a:ext>
              </a:extLst>
            </p:cNvPr>
            <p:cNvPicPr>
              <a:picLocks noChangeAspect="1" noChangeArrowheads="1"/>
            </p:cNvPicPr>
            <p:nvPr/>
          </p:nvPicPr>
          <p:blipFill>
            <a:blip r:embed="rId7">
              <a:alphaModFix/>
              <a:extLst>
                <a:ext uri="{28A0092B-C50C-407E-A947-70E740481C1C}">
                  <a14:useLocalDpi xmlns:a14="http://schemas.microsoft.com/office/drawing/2010/main" val="0"/>
                </a:ext>
              </a:extLst>
            </a:blip>
            <a:srcRect/>
            <a:stretch>
              <a:fillRect/>
            </a:stretch>
          </p:blipFill>
          <p:spPr bwMode="auto">
            <a:xfrm>
              <a:off x="3151944" y="5506078"/>
              <a:ext cx="441760" cy="444782"/>
            </a:xfrm>
            <a:prstGeom prst="rect">
              <a:avLst/>
            </a:prstGeom>
            <a:noFill/>
            <a:effectLst/>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FE923D29-D088-C69D-EC97-081BFDCFB0DB}"/>
                </a:ext>
              </a:extLst>
            </p:cNvPr>
            <p:cNvSpPr txBox="1"/>
            <p:nvPr/>
          </p:nvSpPr>
          <p:spPr>
            <a:xfrm>
              <a:off x="3593704" y="5546382"/>
              <a:ext cx="1212782" cy="338530"/>
            </a:xfrm>
            <a:prstGeom prst="rect">
              <a:avLst/>
            </a:prstGeom>
            <a:noFill/>
          </p:spPr>
          <p:txBody>
            <a:bodyPr wrap="square" lIns="91392" tIns="45708" rIns="91392" bIns="45708">
              <a:spAutoFit/>
            </a:bodyPr>
            <a:lstStyle>
              <a:defPPr>
                <a:defRPr lang="en-US"/>
              </a:defPPr>
              <a:lvl1pPr defTabSz="913852">
                <a:defRPr sz="1400">
                  <a:latin typeface="HCLTech Roobert" panose="020B0504030202060203" pitchFamily="34" charset="0"/>
                  <a:cs typeface="HCLTech Roobert" panose="020B0504030202060203" pitchFamily="34" charset="0"/>
                </a:defRPr>
              </a:lvl1pPr>
            </a:lstStyle>
            <a:p>
              <a:pPr algn="ctr"/>
              <a:r>
                <a:rPr lang="en-US" sz="1600"/>
                <a:t>Dataverse</a:t>
              </a:r>
            </a:p>
          </p:txBody>
        </p:sp>
      </p:grpSp>
      <p:grpSp>
        <p:nvGrpSpPr>
          <p:cNvPr id="44" name="Group 43">
            <a:extLst>
              <a:ext uri="{FF2B5EF4-FFF2-40B4-BE49-F238E27FC236}">
                <a16:creationId xmlns:a16="http://schemas.microsoft.com/office/drawing/2014/main" id="{9B951FD8-20D5-EFB0-6AE8-13C4E5F418B1}"/>
              </a:ext>
            </a:extLst>
          </p:cNvPr>
          <p:cNvGrpSpPr/>
          <p:nvPr/>
        </p:nvGrpSpPr>
        <p:grpSpPr>
          <a:xfrm>
            <a:off x="4231755" y="3218176"/>
            <a:ext cx="1943788" cy="1452670"/>
            <a:chOff x="4371239" y="3491568"/>
            <a:chExt cx="1943788" cy="1452670"/>
          </a:xfrm>
        </p:grpSpPr>
        <p:sp>
          <p:nvSpPr>
            <p:cNvPr id="45" name="Rectangle: Rounded Corners 44">
              <a:extLst>
                <a:ext uri="{FF2B5EF4-FFF2-40B4-BE49-F238E27FC236}">
                  <a16:creationId xmlns:a16="http://schemas.microsoft.com/office/drawing/2014/main" id="{9E383E7A-BBEF-BAA2-6625-0C1595500A06}"/>
                </a:ext>
              </a:extLst>
            </p:cNvPr>
            <p:cNvSpPr/>
            <p:nvPr/>
          </p:nvSpPr>
          <p:spPr>
            <a:xfrm>
              <a:off x="4371239" y="3491568"/>
              <a:ext cx="1943788" cy="1452670"/>
            </a:xfrm>
            <a:prstGeom prst="roundRect">
              <a:avLst/>
            </a:prstGeom>
            <a:solidFill>
              <a:srgbClr val="FFCD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1">
                  <a:solidFill>
                    <a:schemeClr val="bg2"/>
                  </a:solidFill>
                  <a:latin typeface="HCLTech Roobert" panose="020B0504030202060203" pitchFamily="2" charset="0"/>
                  <a:cs typeface="HCLTech Roobert" panose="020B0504030202060203" pitchFamily="2" charset="0"/>
                </a:rPr>
                <a:t>Report Layer</a:t>
              </a:r>
            </a:p>
          </p:txBody>
        </p:sp>
        <p:sp>
          <p:nvSpPr>
            <p:cNvPr id="46" name="Rectangle: Rounded Corners 45">
              <a:extLst>
                <a:ext uri="{FF2B5EF4-FFF2-40B4-BE49-F238E27FC236}">
                  <a16:creationId xmlns:a16="http://schemas.microsoft.com/office/drawing/2014/main" id="{B4823964-C4F5-CAF8-00BE-E31355544D4E}"/>
                </a:ext>
              </a:extLst>
            </p:cNvPr>
            <p:cNvSpPr/>
            <p:nvPr/>
          </p:nvSpPr>
          <p:spPr>
            <a:xfrm>
              <a:off x="4558746" y="3967330"/>
              <a:ext cx="1577562" cy="840818"/>
            </a:xfrm>
            <a:prstGeom prst="roundRect">
              <a:avLst/>
            </a:prstGeom>
            <a:ln>
              <a:solidFill>
                <a:srgbClr val="FFCD4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b="1">
                <a:latin typeface="HCLTech Roobert" panose="020B0504030202060203" pitchFamily="2" charset="0"/>
                <a:cs typeface="HCLTech Roobert" panose="020B0504030202060203" pitchFamily="2" charset="0"/>
              </a:endParaRPr>
            </a:p>
          </p:txBody>
        </p:sp>
        <p:sp>
          <p:nvSpPr>
            <p:cNvPr id="47" name="object 35">
              <a:extLst>
                <a:ext uri="{FF2B5EF4-FFF2-40B4-BE49-F238E27FC236}">
                  <a16:creationId xmlns:a16="http://schemas.microsoft.com/office/drawing/2014/main" id="{AFCAEDB1-FB60-52A7-6011-E00A1456494D}"/>
                </a:ext>
              </a:extLst>
            </p:cNvPr>
            <p:cNvSpPr/>
            <p:nvPr/>
          </p:nvSpPr>
          <p:spPr>
            <a:xfrm>
              <a:off x="5111978" y="4025444"/>
              <a:ext cx="450560" cy="492581"/>
            </a:xfrm>
            <a:prstGeom prst="rect">
              <a:avLst/>
            </a:prstGeom>
            <a:blipFill>
              <a:blip r:embed="rId8" cstate="print"/>
              <a:stretch>
                <a:fillRect/>
              </a:stretch>
            </a:blipFill>
            <a:effectLst/>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HCL Tech Roobert"/>
              </a:endParaRPr>
            </a:p>
          </p:txBody>
        </p:sp>
        <p:sp>
          <p:nvSpPr>
            <p:cNvPr id="48" name="TextBox 47">
              <a:extLst>
                <a:ext uri="{FF2B5EF4-FFF2-40B4-BE49-F238E27FC236}">
                  <a16:creationId xmlns:a16="http://schemas.microsoft.com/office/drawing/2014/main" id="{A9EF0924-7F83-E816-485B-0C6AB8EAB35C}"/>
                </a:ext>
              </a:extLst>
            </p:cNvPr>
            <p:cNvSpPr txBox="1"/>
            <p:nvPr/>
          </p:nvSpPr>
          <p:spPr>
            <a:xfrm>
              <a:off x="4713242" y="4507657"/>
              <a:ext cx="1212782" cy="338530"/>
            </a:xfrm>
            <a:prstGeom prst="rect">
              <a:avLst/>
            </a:prstGeom>
            <a:noFill/>
          </p:spPr>
          <p:txBody>
            <a:bodyPr wrap="square" lIns="91392" tIns="45708" rIns="91392" bIns="45708">
              <a:spAutoFit/>
            </a:bodyPr>
            <a:lstStyle>
              <a:defPPr>
                <a:defRPr lang="en-US"/>
              </a:defPPr>
              <a:lvl1pPr defTabSz="913852">
                <a:defRPr sz="1400">
                  <a:latin typeface="HCLTech Roobert" panose="020B0504030202060203" pitchFamily="34" charset="0"/>
                  <a:cs typeface="HCLTech Roobert" panose="020B0504030202060203" pitchFamily="34" charset="0"/>
                </a:defRPr>
              </a:lvl1pPr>
            </a:lstStyle>
            <a:p>
              <a:pPr algn="ctr"/>
              <a:r>
                <a:rPr lang="en-US" sz="1600"/>
                <a:t>Power BI</a:t>
              </a:r>
            </a:p>
          </p:txBody>
        </p:sp>
      </p:grpSp>
      <p:sp>
        <p:nvSpPr>
          <p:cNvPr id="49" name="Arrow: Left-Right 48">
            <a:extLst>
              <a:ext uri="{FF2B5EF4-FFF2-40B4-BE49-F238E27FC236}">
                <a16:creationId xmlns:a16="http://schemas.microsoft.com/office/drawing/2014/main" id="{322DD28B-3CD7-16F0-5C59-0788298D4501}"/>
              </a:ext>
            </a:extLst>
          </p:cNvPr>
          <p:cNvSpPr/>
          <p:nvPr/>
        </p:nvSpPr>
        <p:spPr>
          <a:xfrm rot="5400000">
            <a:off x="5340267" y="3854973"/>
            <a:ext cx="2215881" cy="321771"/>
          </a:xfrm>
          <a:prstGeom prst="lef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050CC669-9B65-7CF2-4F82-031EB2C2578C}"/>
              </a:ext>
            </a:extLst>
          </p:cNvPr>
          <p:cNvPicPr>
            <a:picLocks noChangeAspect="1"/>
          </p:cNvPicPr>
          <p:nvPr/>
        </p:nvPicPr>
        <p:blipFill>
          <a:blip r:embed="rId9">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flipH="1">
            <a:off x="3016837" y="2119668"/>
            <a:ext cx="456132" cy="477347"/>
          </a:xfrm>
          <a:prstGeom prst="rect">
            <a:avLst/>
          </a:prstGeom>
        </p:spPr>
      </p:pic>
      <p:sp>
        <p:nvSpPr>
          <p:cNvPr id="51" name="Arrow: Left-Right 50">
            <a:extLst>
              <a:ext uri="{FF2B5EF4-FFF2-40B4-BE49-F238E27FC236}">
                <a16:creationId xmlns:a16="http://schemas.microsoft.com/office/drawing/2014/main" id="{4090A6AE-130B-0C4D-07AF-9DFF42F16ECC}"/>
              </a:ext>
            </a:extLst>
          </p:cNvPr>
          <p:cNvSpPr/>
          <p:nvPr/>
        </p:nvSpPr>
        <p:spPr>
          <a:xfrm rot="5400000">
            <a:off x="5272425" y="4656401"/>
            <a:ext cx="637153" cy="321771"/>
          </a:xfrm>
          <a:prstGeom prst="lef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bject 34">
            <a:extLst>
              <a:ext uri="{FF2B5EF4-FFF2-40B4-BE49-F238E27FC236}">
                <a16:creationId xmlns:a16="http://schemas.microsoft.com/office/drawing/2014/main" id="{95DF3CCC-E280-01AD-9833-9A73D1A5D94D}"/>
              </a:ext>
            </a:extLst>
          </p:cNvPr>
          <p:cNvSpPr/>
          <p:nvPr/>
        </p:nvSpPr>
        <p:spPr>
          <a:xfrm>
            <a:off x="6430561" y="1846707"/>
            <a:ext cx="406356" cy="406356"/>
          </a:xfrm>
          <a:prstGeom prst="rect">
            <a:avLst/>
          </a:prstGeom>
          <a:blipFill>
            <a:blip r:embed="rId10" cstate="print"/>
            <a:stretch>
              <a:fillRect/>
            </a:stretch>
          </a:blipFill>
          <a:effectLst/>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HCL Tech Roobert"/>
            </a:endParaRPr>
          </a:p>
        </p:txBody>
      </p:sp>
      <p:sp>
        <p:nvSpPr>
          <p:cNvPr id="53" name="Arrow: Left-Right 52">
            <a:extLst>
              <a:ext uri="{FF2B5EF4-FFF2-40B4-BE49-F238E27FC236}">
                <a16:creationId xmlns:a16="http://schemas.microsoft.com/office/drawing/2014/main" id="{381283EA-2A83-7514-9FBE-E8ADB2D2664E}"/>
              </a:ext>
            </a:extLst>
          </p:cNvPr>
          <p:cNvSpPr/>
          <p:nvPr/>
        </p:nvSpPr>
        <p:spPr>
          <a:xfrm>
            <a:off x="3675410" y="3756152"/>
            <a:ext cx="594075" cy="321771"/>
          </a:xfrm>
          <a:prstGeom prst="lef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Left-Right 53">
            <a:extLst>
              <a:ext uri="{FF2B5EF4-FFF2-40B4-BE49-F238E27FC236}">
                <a16:creationId xmlns:a16="http://schemas.microsoft.com/office/drawing/2014/main" id="{8AFB5EE8-3285-8E00-A1FC-36E508B7697C}"/>
              </a:ext>
            </a:extLst>
          </p:cNvPr>
          <p:cNvSpPr/>
          <p:nvPr/>
        </p:nvSpPr>
        <p:spPr>
          <a:xfrm rot="5400000">
            <a:off x="2167785" y="4600971"/>
            <a:ext cx="748013" cy="321771"/>
          </a:xfrm>
          <a:prstGeom prst="lef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DFED8858-D918-0D10-6DF3-3705DD593E58}"/>
              </a:ext>
            </a:extLst>
          </p:cNvPr>
          <p:cNvSpPr/>
          <p:nvPr/>
        </p:nvSpPr>
        <p:spPr>
          <a:xfrm>
            <a:off x="4661964" y="5188526"/>
            <a:ext cx="2174953" cy="419138"/>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b="1">
              <a:latin typeface="HCLTech Roobert" panose="020B0504030202060203" pitchFamily="2" charset="0"/>
              <a:cs typeface="HCLTech Roobert" panose="020B0504030202060203" pitchFamily="2" charset="0"/>
            </a:endParaRPr>
          </a:p>
        </p:txBody>
      </p:sp>
      <p:pic>
        <p:nvPicPr>
          <p:cNvPr id="57" name="Picture 56">
            <a:extLst>
              <a:ext uri="{FF2B5EF4-FFF2-40B4-BE49-F238E27FC236}">
                <a16:creationId xmlns:a16="http://schemas.microsoft.com/office/drawing/2014/main" id="{9FD68369-9462-2861-8431-2D651455F64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812732" y="5237903"/>
            <a:ext cx="315656" cy="338823"/>
          </a:xfrm>
          <a:prstGeom prst="rect">
            <a:avLst/>
          </a:prstGeom>
        </p:spPr>
      </p:pic>
      <p:sp>
        <p:nvSpPr>
          <p:cNvPr id="58" name="TextBox 57">
            <a:extLst>
              <a:ext uri="{FF2B5EF4-FFF2-40B4-BE49-F238E27FC236}">
                <a16:creationId xmlns:a16="http://schemas.microsoft.com/office/drawing/2014/main" id="{60F125AF-EFC6-6653-1C4D-2801F9E6F281}"/>
              </a:ext>
            </a:extLst>
          </p:cNvPr>
          <p:cNvSpPr txBox="1"/>
          <p:nvPr/>
        </p:nvSpPr>
        <p:spPr>
          <a:xfrm>
            <a:off x="5098335" y="5207747"/>
            <a:ext cx="1077208" cy="430887"/>
          </a:xfrm>
          <a:prstGeom prst="rect">
            <a:avLst/>
          </a:prstGeom>
          <a:noFill/>
        </p:spPr>
        <p:txBody>
          <a:bodyPr wrap="square" rtlCol="0">
            <a:spAutoFit/>
          </a:bodyPr>
          <a:lstStyle/>
          <a:p>
            <a:pPr algn="ctr">
              <a:defRPr/>
            </a:pPr>
            <a:r>
              <a:rPr lang="en-AU" sz="1100">
                <a:solidFill>
                  <a:srgbClr val="000000"/>
                </a:solidFill>
                <a:latin typeface="HCLTech Roobert" panose="020B0504030202060203" pitchFamily="2" charset="0"/>
                <a:cs typeface="HCLTech Roobert" panose="020B0504030202060203" pitchFamily="2" charset="0"/>
              </a:rPr>
              <a:t>SharePoint Doc Library</a:t>
            </a:r>
          </a:p>
        </p:txBody>
      </p:sp>
      <p:pic>
        <p:nvPicPr>
          <p:cNvPr id="59" name="Picture 58" descr="A blue square with a white and white logo  Description automatically generated">
            <a:extLst>
              <a:ext uri="{FF2B5EF4-FFF2-40B4-BE49-F238E27FC236}">
                <a16:creationId xmlns:a16="http://schemas.microsoft.com/office/drawing/2014/main" id="{24F948E6-DA12-7B63-71AB-4B5CCB669F0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227216" y="5216889"/>
            <a:ext cx="349849" cy="334638"/>
          </a:xfrm>
          <a:prstGeom prst="rect">
            <a:avLst/>
          </a:prstGeom>
        </p:spPr>
      </p:pic>
      <p:pic>
        <p:nvPicPr>
          <p:cNvPr id="60" name="Picture 59">
            <a:extLst>
              <a:ext uri="{FF2B5EF4-FFF2-40B4-BE49-F238E27FC236}">
                <a16:creationId xmlns:a16="http://schemas.microsoft.com/office/drawing/2014/main" id="{C71FF2C2-6212-2F7A-13CD-CAA5E003EA0F}"/>
              </a:ext>
            </a:extLst>
          </p:cNvPr>
          <p:cNvPicPr>
            <a:picLocks noChangeAspect="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496721" y="1278696"/>
            <a:ext cx="546941" cy="546941"/>
          </a:xfrm>
          <a:prstGeom prst="rect">
            <a:avLst/>
          </a:prstGeom>
        </p:spPr>
      </p:pic>
      <p:sp>
        <p:nvSpPr>
          <p:cNvPr id="1026" name="Rectangle: Rounded Corners 1025">
            <a:extLst>
              <a:ext uri="{FF2B5EF4-FFF2-40B4-BE49-F238E27FC236}">
                <a16:creationId xmlns:a16="http://schemas.microsoft.com/office/drawing/2014/main" id="{1B18C7D5-531D-7E89-9F21-C8BE1CE520CD}"/>
              </a:ext>
            </a:extLst>
          </p:cNvPr>
          <p:cNvSpPr/>
          <p:nvPr/>
        </p:nvSpPr>
        <p:spPr>
          <a:xfrm>
            <a:off x="7147263" y="2206114"/>
            <a:ext cx="1168839" cy="1499667"/>
          </a:xfrm>
          <a:prstGeom prst="roundRect">
            <a:avLst/>
          </a:prstGeom>
          <a:solidFill>
            <a:schemeClr val="accent5">
              <a:lumMod val="60000"/>
              <a:lumOff val="40000"/>
            </a:schemeClr>
          </a:solidFill>
          <a:ln/>
        </p:spPr>
        <p:style>
          <a:lnRef idx="2">
            <a:schemeClr val="accent2"/>
          </a:lnRef>
          <a:fillRef idx="1">
            <a:schemeClr val="lt1"/>
          </a:fillRef>
          <a:effectRef idx="0">
            <a:schemeClr val="accent2"/>
          </a:effectRef>
          <a:fontRef idx="minor">
            <a:schemeClr val="dk1"/>
          </a:fontRef>
        </p:style>
        <p:txBody>
          <a:bodyPr rtlCol="0" anchor="t"/>
          <a:lstStyle/>
          <a:p>
            <a:pPr algn="ctr"/>
            <a:endParaRPr lang="en-US" b="1">
              <a:latin typeface="HCLTech Roobert" panose="020B0504030202060203" pitchFamily="2" charset="0"/>
              <a:cs typeface="HCLTech Roobert" panose="020B0504030202060203" pitchFamily="2" charset="0"/>
            </a:endParaRPr>
          </a:p>
        </p:txBody>
      </p:sp>
      <p:sp>
        <p:nvSpPr>
          <p:cNvPr id="1027" name="Rectangle: Rounded Corners 1026">
            <a:extLst>
              <a:ext uri="{FF2B5EF4-FFF2-40B4-BE49-F238E27FC236}">
                <a16:creationId xmlns:a16="http://schemas.microsoft.com/office/drawing/2014/main" id="{127AA180-E93A-6062-AF60-01E1245DC318}"/>
              </a:ext>
            </a:extLst>
          </p:cNvPr>
          <p:cNvSpPr/>
          <p:nvPr/>
        </p:nvSpPr>
        <p:spPr>
          <a:xfrm>
            <a:off x="7231692" y="2595368"/>
            <a:ext cx="991229" cy="62510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b="1">
                <a:latin typeface="HCLTech Roobert" panose="020B0504030202060203" pitchFamily="2" charset="0"/>
                <a:cs typeface="HCLTech Roobert" panose="020B0504030202060203" pitchFamily="2" charset="0"/>
              </a:rPr>
              <a:t>Outlook</a:t>
            </a:r>
          </a:p>
        </p:txBody>
      </p:sp>
      <p:pic>
        <p:nvPicPr>
          <p:cNvPr id="1028" name="Picture 6">
            <a:extLst>
              <a:ext uri="{FF2B5EF4-FFF2-40B4-BE49-F238E27FC236}">
                <a16:creationId xmlns:a16="http://schemas.microsoft.com/office/drawing/2014/main" id="{10EAF90E-F72D-4451-BDA6-F97975A30191}"/>
              </a:ext>
              <a:ext uri="{C183D7F6-B498-43B3-948B-1728B52AA6E4}">
                <adec:decorative xmlns:adec="http://schemas.microsoft.com/office/drawing/2017/decorative" val="1"/>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p:blipFill>
        <p:spPr bwMode="auto">
          <a:xfrm>
            <a:off x="7851842" y="2002104"/>
            <a:ext cx="383640" cy="356237"/>
          </a:xfrm>
          <a:prstGeom prst="rect">
            <a:avLst/>
          </a:prstGeom>
          <a:noFill/>
          <a:extLst>
            <a:ext uri="{909E8E84-426E-40DD-AFC4-6F175D3DCCD1}">
              <a14:hiddenFill xmlns:a14="http://schemas.microsoft.com/office/drawing/2010/main">
                <a:solidFill>
                  <a:srgbClr val="FFFFFF"/>
                </a:solidFill>
              </a14:hiddenFill>
            </a:ext>
          </a:extLst>
        </p:spPr>
      </p:pic>
      <p:sp>
        <p:nvSpPr>
          <p:cNvPr id="1036" name="Arrow: Right 1035">
            <a:extLst>
              <a:ext uri="{FF2B5EF4-FFF2-40B4-BE49-F238E27FC236}">
                <a16:creationId xmlns:a16="http://schemas.microsoft.com/office/drawing/2014/main" id="{4AEE890B-AD78-EF10-984A-D2A9C7A84351}"/>
              </a:ext>
            </a:extLst>
          </p:cNvPr>
          <p:cNvSpPr/>
          <p:nvPr/>
        </p:nvSpPr>
        <p:spPr>
          <a:xfrm>
            <a:off x="6615815" y="2473019"/>
            <a:ext cx="546941" cy="359566"/>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37" name="TextBox 1036">
            <a:extLst>
              <a:ext uri="{FF2B5EF4-FFF2-40B4-BE49-F238E27FC236}">
                <a16:creationId xmlns:a16="http://schemas.microsoft.com/office/drawing/2014/main" id="{087534AF-4935-834A-C55C-2281CBE11BA7}"/>
              </a:ext>
            </a:extLst>
          </p:cNvPr>
          <p:cNvSpPr txBox="1"/>
          <p:nvPr/>
        </p:nvSpPr>
        <p:spPr>
          <a:xfrm>
            <a:off x="8620332" y="1319972"/>
            <a:ext cx="3329843" cy="4315549"/>
          </a:xfrm>
          <a:prstGeom prst="rect">
            <a:avLst/>
          </a:prstGeom>
          <a:solidFill>
            <a:srgbClr val="FFFFFF"/>
          </a:solidFill>
          <a:ln w="12700">
            <a:noFill/>
            <a:prstDash val="dash"/>
          </a:ln>
        </p:spPr>
        <p:txBody>
          <a:bodyPr wrap="square" tIns="91440" bIns="91440" rtlCol="0" anchor="t" anchorCtr="0">
            <a:noAutofit/>
          </a:bodyPr>
          <a:lstStyle/>
          <a:p>
            <a:r>
              <a:rPr lang="en-US" sz="1050" b="1">
                <a:latin typeface="HCLTech Roobert" panose="020B0504030202060203" pitchFamily="2" charset="0"/>
                <a:cs typeface="HCLTech Roobert" panose="020B0504030202060203" pitchFamily="2" charset="0"/>
              </a:rPr>
              <a:t>Canvas App (End Users) </a:t>
            </a:r>
            <a:endParaRPr lang="en-US" sz="1000">
              <a:latin typeface="HCLTech Roobert" panose="020B0504030202060203" pitchFamily="2" charset="0"/>
              <a:cs typeface="HCLTech Roobert" panose="020B0504030202060203" pitchFamily="2" charset="0"/>
            </a:endParaRP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Request Intake / APPG Review / Feasibility Assessment / Funding Approval / Execution Tracking / Closure</a:t>
            </a: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Validation and Error Handling</a:t>
            </a: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Export to PDF</a:t>
            </a:r>
          </a:p>
          <a:p>
            <a:endParaRPr lang="en-US" sz="1000">
              <a:latin typeface="HCLTech Roobert" panose="020B0504030202060203" pitchFamily="2" charset="0"/>
              <a:cs typeface="HCLTech Roobert" panose="020B0504030202060203" pitchFamily="2" charset="0"/>
            </a:endParaRPr>
          </a:p>
          <a:p>
            <a:r>
              <a:rPr lang="en-US" sz="1000" b="1">
                <a:latin typeface="HCLTech Roobert" panose="020B0504030202060203" pitchFamily="2" charset="0"/>
                <a:cs typeface="HCLTech Roobert" panose="020B0504030202060203" pitchFamily="2" charset="0"/>
              </a:rPr>
              <a:t>Model Driven App (Admin Users)</a:t>
            </a:r>
            <a:endParaRPr lang="en-US" sz="1000">
              <a:latin typeface="HCLTech Roobert" panose="020B0504030202060203" pitchFamily="2" charset="0"/>
              <a:cs typeface="HCLTech Roobert" panose="020B0504030202060203" pitchFamily="2" charset="0"/>
            </a:endParaRPr>
          </a:p>
          <a:p>
            <a:pPr marL="171450" indent="-171450">
              <a:buFont typeface="Arial"/>
              <a:buChar char="•"/>
            </a:pPr>
            <a:r>
              <a:rPr lang="en-US" sz="1000">
                <a:latin typeface="HCLTech Roobert" panose="020B0504030202060203" pitchFamily="2" charset="0"/>
                <a:cs typeface="HCLTech Roobert" panose="020B0504030202060203" pitchFamily="2" charset="0"/>
              </a:rPr>
              <a:t>Master Data management</a:t>
            </a:r>
          </a:p>
          <a:p>
            <a:pPr marL="171450" indent="-171450">
              <a:buFont typeface="Arial,Sans-Serif"/>
              <a:buChar char="•"/>
            </a:pPr>
            <a:r>
              <a:rPr lang="en-US" sz="1000">
                <a:latin typeface="HCLTech Roobert" panose="020B0504030202060203" pitchFamily="2" charset="0"/>
                <a:cs typeface="HCLTech Roobert" panose="020B0504030202060203" pitchFamily="2" charset="0"/>
              </a:rPr>
              <a:t>View Notification Logs</a:t>
            </a:r>
          </a:p>
          <a:p>
            <a:endParaRPr lang="en-US" sz="1000">
              <a:latin typeface="HCLTech Roobert" panose="020B0504030202060203" pitchFamily="2" charset="0"/>
              <a:cs typeface="HCLTech Roobert" panose="020B0504030202060203" pitchFamily="2" charset="0"/>
            </a:endParaRPr>
          </a:p>
          <a:p>
            <a:r>
              <a:rPr lang="en-US" sz="1000" b="1">
                <a:latin typeface="HCLTech Roobert" panose="020B0504030202060203" pitchFamily="2" charset="0"/>
                <a:cs typeface="HCLTech Roobert" panose="020B0504030202060203" pitchFamily="2" charset="0"/>
              </a:rPr>
              <a:t>Automation Workflow Activities</a:t>
            </a:r>
            <a:endParaRPr lang="en-US" sz="1000">
              <a:latin typeface="HCLTech Roobert" panose="020B0504030202060203" pitchFamily="2" charset="0"/>
              <a:cs typeface="HCLTech Roobert" panose="020B0504030202060203" pitchFamily="2" charset="0"/>
            </a:endParaRP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SharePoint workspace Creation</a:t>
            </a: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Submission Notification</a:t>
            </a: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Missing information Notification</a:t>
            </a: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Funding Approval Routing</a:t>
            </a: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Status Change Notifications</a:t>
            </a: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Reminders &amp; Escalations</a:t>
            </a: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Exception Remediation</a:t>
            </a: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Completion Notifications</a:t>
            </a: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Generate PDF and Store </a:t>
            </a:r>
          </a:p>
          <a:p>
            <a:pPr marL="171450" indent="-171450">
              <a:buFont typeface="Arial" panose="020B0604020202020204" pitchFamily="34" charset="0"/>
              <a:buChar char="•"/>
            </a:pPr>
            <a:r>
              <a:rPr lang="en-US" sz="1000">
                <a:latin typeface="HCLTech Roobert" panose="020B0504030202060203" pitchFamily="2" charset="0"/>
                <a:cs typeface="HCLTech Roobert" panose="020B0504030202060203" pitchFamily="2" charset="0"/>
              </a:rPr>
              <a:t>Audit Trail Capture</a:t>
            </a:r>
          </a:p>
          <a:p>
            <a:endParaRPr lang="en-US" sz="1000">
              <a:latin typeface="HCLTech Roobert" panose="020B0504030202060203" pitchFamily="2" charset="0"/>
              <a:cs typeface="HCLTech Roobert" panose="020B0504030202060203" pitchFamily="2" charset="0"/>
            </a:endParaRPr>
          </a:p>
          <a:p>
            <a:r>
              <a:rPr lang="en-US" sz="1000" b="1">
                <a:latin typeface="HCLTech Roobert" panose="020B0504030202060203" pitchFamily="2" charset="0"/>
                <a:cs typeface="HCLTech Roobert" panose="020B0504030202060203" pitchFamily="2" charset="0"/>
              </a:rPr>
              <a:t>Dashboard</a:t>
            </a:r>
            <a:r>
              <a:rPr lang="en-US" sz="1050" b="1">
                <a:latin typeface="HCLTech Roobert" panose="020B0504030202060203" pitchFamily="2" charset="0"/>
                <a:cs typeface="HCLTech Roobert" panose="020B0504030202060203" pitchFamily="2" charset="0"/>
              </a:rPr>
              <a:t> </a:t>
            </a:r>
            <a:r>
              <a:rPr lang="en-US" sz="1000" b="1">
                <a:latin typeface="HCLTech Roobert" panose="020B0504030202060203" pitchFamily="2" charset="0"/>
                <a:cs typeface="HCLTech Roobert" panose="020B0504030202060203" pitchFamily="2" charset="0"/>
              </a:rPr>
              <a:t>and</a:t>
            </a:r>
            <a:r>
              <a:rPr lang="en-US" sz="1050" b="1">
                <a:latin typeface="HCLTech Roobert" panose="020B0504030202060203" pitchFamily="2" charset="0"/>
                <a:cs typeface="HCLTech Roobert" panose="020B0504030202060203" pitchFamily="2" charset="0"/>
              </a:rPr>
              <a:t> </a:t>
            </a:r>
            <a:r>
              <a:rPr lang="en-US" sz="1000" b="1">
                <a:latin typeface="HCLTech Roobert" panose="020B0504030202060203" pitchFamily="2" charset="0"/>
                <a:cs typeface="HCLTech Roobert" panose="020B0504030202060203" pitchFamily="2" charset="0"/>
              </a:rPr>
              <a:t>Reporting</a:t>
            </a:r>
            <a:r>
              <a:rPr lang="en-US" sz="1050" b="1">
                <a:latin typeface="HCLTech Roobert" panose="020B0504030202060203" pitchFamily="2" charset="0"/>
                <a:cs typeface="HCLTech Roobert" panose="020B0504030202060203" pitchFamily="2" charset="0"/>
              </a:rPr>
              <a:t> Layer</a:t>
            </a:r>
          </a:p>
          <a:p>
            <a:pPr marL="171450" indent="-171450">
              <a:buFont typeface="Arial"/>
              <a:buChar char="•"/>
            </a:pPr>
            <a:r>
              <a:rPr lang="en-US" sz="1000">
                <a:latin typeface="HCLTech Roobert" panose="020B0504030202060203" pitchFamily="2" charset="0"/>
                <a:cs typeface="HCLTech Roobert" panose="020B0504030202060203" pitchFamily="2" charset="0"/>
              </a:rPr>
              <a:t>Request Status / Cycle Time &amp; Aging / Cost Tracking Utilization &amp; Performance / Exception Analysis / Executive Reporting</a:t>
            </a:r>
          </a:p>
          <a:p>
            <a:endParaRPr lang="en-US" sz="1000">
              <a:latin typeface="HCLTech Roobert" panose="020B0504030202060203" pitchFamily="2" charset="0"/>
              <a:cs typeface="HCLTech Roobert" panose="020B0504030202060203" pitchFamily="2" charset="0"/>
            </a:endParaRPr>
          </a:p>
        </p:txBody>
      </p:sp>
      <p:sp>
        <p:nvSpPr>
          <p:cNvPr id="1038" name="TextBox 1037">
            <a:extLst>
              <a:ext uri="{FF2B5EF4-FFF2-40B4-BE49-F238E27FC236}">
                <a16:creationId xmlns:a16="http://schemas.microsoft.com/office/drawing/2014/main" id="{9A4D5BFD-5017-92A8-869B-6512F74795CC}"/>
              </a:ext>
            </a:extLst>
          </p:cNvPr>
          <p:cNvSpPr txBox="1"/>
          <p:nvPr/>
        </p:nvSpPr>
        <p:spPr>
          <a:xfrm>
            <a:off x="8625329" y="848698"/>
            <a:ext cx="2141731" cy="276999"/>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HCLTech Roobert" panose="020B0504030202060203" pitchFamily="34" charset="0"/>
                <a:ea typeface="+mn-ea"/>
                <a:cs typeface="HCLTech Roobert" panose="020B0504030202060203" pitchFamily="34" charset="0"/>
              </a:rPr>
              <a:t>Key Solution Components</a:t>
            </a:r>
          </a:p>
        </p:txBody>
      </p:sp>
      <p:sp>
        <p:nvSpPr>
          <p:cNvPr id="1039" name="TextBox 1038">
            <a:extLst>
              <a:ext uri="{FF2B5EF4-FFF2-40B4-BE49-F238E27FC236}">
                <a16:creationId xmlns:a16="http://schemas.microsoft.com/office/drawing/2014/main" id="{6CE6E0B9-533E-AC4C-6FD2-56F7BBB57C86}"/>
              </a:ext>
            </a:extLst>
          </p:cNvPr>
          <p:cNvSpPr txBox="1"/>
          <p:nvPr/>
        </p:nvSpPr>
        <p:spPr>
          <a:xfrm>
            <a:off x="3570984" y="5852343"/>
            <a:ext cx="1958870" cy="903185"/>
          </a:xfrm>
          <a:prstGeom prst="rect">
            <a:avLst/>
          </a:prstGeom>
          <a:solidFill>
            <a:srgbClr val="FFFFFF"/>
          </a:solidFill>
          <a:ln w="12700">
            <a:noFill/>
            <a:prstDash val="dash"/>
          </a:ln>
        </p:spPr>
        <p:txBody>
          <a:bodyPr wrap="square" tIns="91440" bIns="91440" rtlCol="0" anchor="t" anchorCtr="0">
            <a:noAutofit/>
          </a:bodyPr>
          <a:lstStyle/>
          <a:p>
            <a:r>
              <a:rPr lang="en-US" sz="1000" b="1">
                <a:latin typeface="HCLTech Roobert" panose="020B0504030202060203" pitchFamily="2" charset="0"/>
                <a:cs typeface="HCLTech Roobert" panose="020B0504030202060203" pitchFamily="2" charset="0"/>
              </a:rPr>
              <a:t>Dataverse</a:t>
            </a:r>
          </a:p>
          <a:p>
            <a:pPr marL="171450" indent="-171450" defTabSz="457200">
              <a:spcBef>
                <a:spcPts val="0"/>
              </a:spcBef>
              <a:spcAft>
                <a:spcPts val="200"/>
              </a:spcAft>
              <a:buFont typeface="Arial" panose="020B0604020202020204" pitchFamily="34" charset="0"/>
              <a:buChar char="•"/>
              <a:defRPr sz="850" b="0">
                <a:solidFill>
                  <a:srgbClr val="2D2D2D"/>
                </a:solidFill>
                <a:latin typeface="Segoe UI"/>
              </a:defRPr>
            </a:pPr>
            <a:r>
              <a:rPr lang="en-US" sz="1000">
                <a:latin typeface="HCLTech Roobert" panose="020B0504030202060203" pitchFamily="2" charset="0"/>
                <a:cs typeface="HCLTech Roobert" panose="020B0504030202060203" pitchFamily="2" charset="0"/>
              </a:rPr>
              <a:t>Data Model for TVRMS</a:t>
            </a:r>
          </a:p>
          <a:p>
            <a:pPr marL="171450" indent="-171450" defTabSz="457200">
              <a:spcAft>
                <a:spcPts val="200"/>
              </a:spcAft>
              <a:buFont typeface="Arial" panose="020B0604020202020204" pitchFamily="34" charset="0"/>
              <a:buChar char="•"/>
              <a:defRPr sz="850" b="0">
                <a:solidFill>
                  <a:srgbClr val="2D2D2D"/>
                </a:solidFill>
                <a:latin typeface="Segoe UI"/>
              </a:defRPr>
            </a:pPr>
            <a:r>
              <a:rPr lang="en-US" sz="1000">
                <a:latin typeface="HCLTech Roobert" panose="020B0504030202060203" pitchFamily="2" charset="0"/>
                <a:cs typeface="HCLTech Roobert" panose="020B0504030202060203" pitchFamily="2" charset="0"/>
              </a:rPr>
              <a:t>Security Roles, Row-level security, Audit and Logging</a:t>
            </a:r>
          </a:p>
        </p:txBody>
      </p:sp>
      <p:sp>
        <p:nvSpPr>
          <p:cNvPr id="1040" name="TextBox 1039">
            <a:extLst>
              <a:ext uri="{FF2B5EF4-FFF2-40B4-BE49-F238E27FC236}">
                <a16:creationId xmlns:a16="http://schemas.microsoft.com/office/drawing/2014/main" id="{B62EBD7C-698C-9949-8FB8-803797C0A942}"/>
              </a:ext>
            </a:extLst>
          </p:cNvPr>
          <p:cNvSpPr txBox="1"/>
          <p:nvPr/>
        </p:nvSpPr>
        <p:spPr>
          <a:xfrm>
            <a:off x="5602763" y="5859570"/>
            <a:ext cx="1958870" cy="895958"/>
          </a:xfrm>
          <a:prstGeom prst="rect">
            <a:avLst/>
          </a:prstGeom>
          <a:solidFill>
            <a:srgbClr val="FFFFFF"/>
          </a:solidFill>
          <a:ln w="12700">
            <a:noFill/>
            <a:prstDash val="dash"/>
          </a:ln>
        </p:spPr>
        <p:txBody>
          <a:bodyPr wrap="square" tIns="91440" bIns="91440" rtlCol="0" anchor="t" anchorCtr="0">
            <a:noAutofit/>
          </a:bodyPr>
          <a:lstStyle/>
          <a:p>
            <a:r>
              <a:rPr lang="en-US" sz="1000" b="1">
                <a:latin typeface="HCLTech Roobert" panose="020B0504030202060203" pitchFamily="2" charset="0"/>
                <a:cs typeface="HCLTech Roobert" panose="020B0504030202060203" pitchFamily="2" charset="0"/>
              </a:rPr>
              <a:t>SharePoint </a:t>
            </a:r>
          </a:p>
          <a:p>
            <a:pPr marL="171450" indent="-171450" defTabSz="457200">
              <a:spcBef>
                <a:spcPts val="0"/>
              </a:spcBef>
              <a:spcAft>
                <a:spcPts val="200"/>
              </a:spcAft>
              <a:buFont typeface="Arial" panose="020B0604020202020204" pitchFamily="34" charset="0"/>
              <a:buChar char="•"/>
              <a:defRPr sz="850" b="0">
                <a:solidFill>
                  <a:srgbClr val="2D2D2D"/>
                </a:solidFill>
                <a:latin typeface="Segoe UI"/>
              </a:defRPr>
            </a:pPr>
            <a:r>
              <a:rPr lang="en-US" sz="1000">
                <a:latin typeface="HCLTech Roobert" panose="020B0504030202060203" pitchFamily="2" charset="0"/>
                <a:cs typeface="HCLTech Roobert" panose="020B0504030202060203" pitchFamily="2" charset="0"/>
              </a:rPr>
              <a:t>Workspace per TVID</a:t>
            </a:r>
          </a:p>
          <a:p>
            <a:pPr marL="171450" indent="-171450" defTabSz="457200">
              <a:spcBef>
                <a:spcPts val="0"/>
              </a:spcBef>
              <a:spcAft>
                <a:spcPts val="200"/>
              </a:spcAft>
              <a:buFont typeface="Arial" panose="020B0604020202020204" pitchFamily="34" charset="0"/>
              <a:buChar char="•"/>
              <a:defRPr sz="850" b="0">
                <a:solidFill>
                  <a:srgbClr val="2D2D2D"/>
                </a:solidFill>
                <a:latin typeface="Segoe UI"/>
              </a:defRPr>
            </a:pPr>
            <a:r>
              <a:rPr lang="en-US" sz="1000">
                <a:latin typeface="HCLTech Roobert" panose="020B0504030202060203" pitchFamily="2" charset="0"/>
                <a:cs typeface="HCLTech Roobert" panose="020B0504030202060203" pitchFamily="2" charset="0"/>
              </a:rPr>
              <a:t>Standard Folder Structure</a:t>
            </a:r>
          </a:p>
        </p:txBody>
      </p:sp>
      <p:sp>
        <p:nvSpPr>
          <p:cNvPr id="1041" name="TextBox 1040">
            <a:extLst>
              <a:ext uri="{FF2B5EF4-FFF2-40B4-BE49-F238E27FC236}">
                <a16:creationId xmlns:a16="http://schemas.microsoft.com/office/drawing/2014/main" id="{7E805CAE-A31F-69A4-BA6C-87D702F5DE7F}"/>
              </a:ext>
            </a:extLst>
          </p:cNvPr>
          <p:cNvSpPr txBox="1"/>
          <p:nvPr/>
        </p:nvSpPr>
        <p:spPr>
          <a:xfrm>
            <a:off x="7650767" y="5866149"/>
            <a:ext cx="2441924" cy="889379"/>
          </a:xfrm>
          <a:prstGeom prst="rect">
            <a:avLst/>
          </a:prstGeom>
          <a:solidFill>
            <a:srgbClr val="FFFFFF"/>
          </a:solidFill>
          <a:ln w="12700">
            <a:noFill/>
            <a:prstDash val="dash"/>
          </a:ln>
        </p:spPr>
        <p:txBody>
          <a:bodyPr wrap="square" tIns="91440" bIns="91440" rtlCol="0" anchor="t" anchorCtr="0">
            <a:noAutofit/>
          </a:bodyPr>
          <a:lstStyle/>
          <a:p>
            <a:r>
              <a:rPr lang="en-US" sz="1000" b="1">
                <a:latin typeface="HCLTech Roobert" panose="020B0504030202060203" pitchFamily="2" charset="0"/>
                <a:cs typeface="HCLTech Roobert" panose="020B0504030202060203" pitchFamily="2" charset="0"/>
              </a:rPr>
              <a:t>Outlook </a:t>
            </a:r>
          </a:p>
          <a:p>
            <a:pPr marL="171450" indent="-171450">
              <a:buFont typeface="Arial,Sans-Serif"/>
              <a:buChar char="•"/>
            </a:pPr>
            <a:r>
              <a:rPr lang="en-US" sz="1000">
                <a:latin typeface="HCLTech Roobert" panose="020B0504030202060203" pitchFamily="2" charset="0"/>
                <a:cs typeface="HCLTech Roobert" panose="020B0504030202060203" pitchFamily="2" charset="0"/>
              </a:rPr>
              <a:t>New Request Submission Request.</a:t>
            </a:r>
          </a:p>
          <a:p>
            <a:pPr marL="171450" indent="-171450">
              <a:buFont typeface="Arial,Sans-Serif"/>
              <a:buChar char="•"/>
            </a:pPr>
            <a:r>
              <a:rPr lang="en-US" sz="1000">
                <a:latin typeface="HCLTech Roobert" panose="020B0504030202060203" pitchFamily="2" charset="0"/>
                <a:cs typeface="HCLTech Roobert" panose="020B0504030202060203" pitchFamily="2" charset="0"/>
              </a:rPr>
              <a:t>Status Change Notifications</a:t>
            </a:r>
          </a:p>
          <a:p>
            <a:pPr marL="171450" indent="-171450">
              <a:buFont typeface="Arial,Sans-Serif"/>
              <a:buChar char="•"/>
            </a:pPr>
            <a:r>
              <a:rPr lang="en-US" sz="1000">
                <a:latin typeface="HCLTech Roobert" panose="020B0504030202060203" pitchFamily="2" charset="0"/>
                <a:cs typeface="HCLTech Roobert" panose="020B0504030202060203" pitchFamily="2" charset="0"/>
              </a:rPr>
              <a:t>Reminders &amp; Escalations</a:t>
            </a:r>
          </a:p>
          <a:p>
            <a:pPr marL="171450" indent="-171450">
              <a:buFont typeface="Arial,Sans-Serif"/>
              <a:buChar char="•"/>
            </a:pPr>
            <a:r>
              <a:rPr lang="en-US" sz="1000">
                <a:latin typeface="HCLTech Roobert" panose="020B0504030202060203" pitchFamily="2" charset="0"/>
                <a:cs typeface="HCLTech Roobert" panose="020B0504030202060203" pitchFamily="2" charset="0"/>
              </a:rPr>
              <a:t>Completion Notifications</a:t>
            </a:r>
          </a:p>
        </p:txBody>
      </p:sp>
      <p:sp>
        <p:nvSpPr>
          <p:cNvPr id="1042" name="TextBox 1041">
            <a:extLst>
              <a:ext uri="{FF2B5EF4-FFF2-40B4-BE49-F238E27FC236}">
                <a16:creationId xmlns:a16="http://schemas.microsoft.com/office/drawing/2014/main" id="{149C0668-1553-3916-772F-E6AFE4C3A2CC}"/>
              </a:ext>
            </a:extLst>
          </p:cNvPr>
          <p:cNvSpPr txBox="1"/>
          <p:nvPr/>
        </p:nvSpPr>
        <p:spPr>
          <a:xfrm>
            <a:off x="32515" y="817623"/>
            <a:ext cx="8320301" cy="307777"/>
          </a:xfrm>
          <a:prstGeom prst="rect">
            <a:avLst/>
          </a:prstGeom>
          <a:noFill/>
        </p:spPr>
        <p:txBody>
          <a:bodyPr wrap="square" rtlCol="0">
            <a:spAutoFit/>
          </a:bodyPr>
          <a:lstStyle/>
          <a:p>
            <a:pPr lvl="0">
              <a:spcBef>
                <a:spcPts val="0"/>
              </a:spcBef>
              <a:spcAft>
                <a:spcPts val="0"/>
              </a:spcAft>
              <a:defRPr/>
            </a:pPr>
            <a:r>
              <a:rPr lang="en-US" sz="1400" kern="1200">
                <a:solidFill>
                  <a:schemeClr val="bg2"/>
                </a:solidFill>
                <a:latin typeface="HCLTech Roobert" panose="020B0504030202060203" pitchFamily="34" charset="0"/>
                <a:cs typeface="HCLTech Roobert" panose="020B0504030202060203" pitchFamily="34" charset="0"/>
              </a:rPr>
              <a:t>Proposed solution archite</a:t>
            </a:r>
            <a:r>
              <a:rPr lang="en-US" sz="1400">
                <a:solidFill>
                  <a:schemeClr val="bg2"/>
                </a:solidFill>
                <a:latin typeface="HCLTech Roobert" panose="020B0504030202060203" pitchFamily="34" charset="0"/>
                <a:cs typeface="HCLTech Roobert" panose="020B0504030202060203" pitchFamily="34" charset="0"/>
              </a:rPr>
              <a:t>cture</a:t>
            </a:r>
            <a:r>
              <a:rPr lang="en-US" sz="1400" kern="1200">
                <a:solidFill>
                  <a:schemeClr val="bg2"/>
                </a:solidFill>
                <a:latin typeface="HCLTech Roobert" panose="020B0504030202060203" pitchFamily="34" charset="0"/>
                <a:cs typeface="HCLTech Roobert" panose="020B0504030202060203" pitchFamily="34" charset="0"/>
              </a:rPr>
              <a:t> for </a:t>
            </a:r>
            <a:r>
              <a:rPr lang="en-US" sz="1400">
                <a:solidFill>
                  <a:schemeClr val="bg2"/>
                </a:solidFill>
                <a:latin typeface="HCLTech Roobert" panose="020B0504030202060203" pitchFamily="34" charset="0"/>
                <a:cs typeface="HCLTech Roobert" panose="020B0504030202060203" pitchFamily="34" charset="0"/>
              </a:rPr>
              <a:t>TV Request Management System using Power Platform features.</a:t>
            </a:r>
            <a:endParaRPr kumimoji="0" lang="en-US" sz="1400" b="0" i="0" u="none" strike="noStrike" kern="1200" cap="none" spc="0" normalizeH="0" baseline="0" noProof="0">
              <a:ln>
                <a:noFill/>
              </a:ln>
              <a:solidFill>
                <a:schemeClr val="bg2"/>
              </a:solidFill>
              <a:effectLst/>
              <a:uLnTx/>
              <a:uFillTx/>
              <a:latin typeface="HCLTech Roobert" panose="020B0504030202060203" pitchFamily="34" charset="0"/>
              <a:ea typeface="+mn-ea"/>
              <a:cs typeface="HCLTech Roobert" panose="020B0504030202060203" pitchFamily="34" charset="0"/>
            </a:endParaRPr>
          </a:p>
        </p:txBody>
      </p:sp>
      <p:sp>
        <p:nvSpPr>
          <p:cNvPr id="4" name="TextBox 3">
            <a:extLst>
              <a:ext uri="{FF2B5EF4-FFF2-40B4-BE49-F238E27FC236}">
                <a16:creationId xmlns:a16="http://schemas.microsoft.com/office/drawing/2014/main" id="{4803194E-6461-819A-9ACC-794A284083F5}"/>
              </a:ext>
            </a:extLst>
          </p:cNvPr>
          <p:cNvSpPr txBox="1"/>
          <p:nvPr/>
        </p:nvSpPr>
        <p:spPr>
          <a:xfrm>
            <a:off x="1356344" y="5950087"/>
            <a:ext cx="2141731" cy="276999"/>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HCLTech Roobert" panose="020B0504030202060203" pitchFamily="34" charset="0"/>
                <a:ea typeface="+mn-ea"/>
                <a:cs typeface="HCLTech Roobert" panose="020B0504030202060203" pitchFamily="34" charset="0"/>
              </a:rPr>
              <a:t>Key Solution Components</a:t>
            </a:r>
          </a:p>
        </p:txBody>
      </p:sp>
      <p:sp>
        <p:nvSpPr>
          <p:cNvPr id="6" name="Rectangle: Rounded Corners 5">
            <a:extLst>
              <a:ext uri="{FF2B5EF4-FFF2-40B4-BE49-F238E27FC236}">
                <a16:creationId xmlns:a16="http://schemas.microsoft.com/office/drawing/2014/main" id="{F76A1D90-0421-A264-8528-B28B123C22E0}"/>
              </a:ext>
            </a:extLst>
          </p:cNvPr>
          <p:cNvSpPr/>
          <p:nvPr/>
        </p:nvSpPr>
        <p:spPr>
          <a:xfrm>
            <a:off x="8513979" y="1267186"/>
            <a:ext cx="3390918" cy="4549414"/>
          </a:xfrm>
          <a:prstGeom prst="roundRect">
            <a:avLst>
              <a:gd name="adj" fmla="val 4593"/>
            </a:avLst>
          </a:prstGeom>
          <a:noFill/>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65C590BB-40D2-D8EF-8694-5EC271C476AA}"/>
              </a:ext>
            </a:extLst>
          </p:cNvPr>
          <p:cNvSpPr/>
          <p:nvPr/>
        </p:nvSpPr>
        <p:spPr>
          <a:xfrm>
            <a:off x="3570984" y="5877103"/>
            <a:ext cx="6595718" cy="914168"/>
          </a:xfrm>
          <a:prstGeom prst="roundRect">
            <a:avLst>
              <a:gd name="adj" fmla="val 4593"/>
            </a:avLst>
          </a:prstGeom>
          <a:noFill/>
          <a:ln>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45691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98EFD-BE47-CA8A-4254-70DB93A4FF7E}"/>
            </a:ext>
          </a:extLst>
        </p:cNvPr>
        <p:cNvGrpSpPr/>
        <p:nvPr/>
      </p:nvGrpSpPr>
      <p:grpSpPr>
        <a:xfrm>
          <a:off x="0" y="0"/>
          <a:ext cx="0" cy="0"/>
          <a:chOff x="0" y="0"/>
          <a:chExt cx="0" cy="0"/>
        </a:xfrm>
      </p:grpSpPr>
      <p:sp>
        <p:nvSpPr>
          <p:cNvPr id="14" name="Rounded Rectangle 146">
            <a:extLst>
              <a:ext uri="{FF2B5EF4-FFF2-40B4-BE49-F238E27FC236}">
                <a16:creationId xmlns:a16="http://schemas.microsoft.com/office/drawing/2014/main" id="{1C9B166F-6994-7D12-E5AA-1A4382A516CA}"/>
              </a:ext>
            </a:extLst>
          </p:cNvPr>
          <p:cNvSpPr/>
          <p:nvPr/>
        </p:nvSpPr>
        <p:spPr bwMode="auto">
          <a:xfrm>
            <a:off x="10203249" y="1971732"/>
            <a:ext cx="1570134" cy="4010186"/>
          </a:xfrm>
          <a:prstGeom prst="roundRect">
            <a:avLst>
              <a:gd name="adj" fmla="val 2821"/>
            </a:avLst>
          </a:prstGeom>
          <a:solidFill>
            <a:schemeClr val="bg1">
              <a:lumMod val="95000"/>
            </a:schemeClr>
          </a:solidFill>
          <a:ln w="3175" cap="flat" cmpd="sng" algn="ctr">
            <a:noFill/>
            <a:prstDash val="solid"/>
            <a:miter lim="800000"/>
            <a:headEnd type="none" w="sm" len="sm"/>
            <a:tailEnd type="triangle" w="med" len="med"/>
          </a:ln>
          <a:effectLst/>
        </p:spPr>
        <p:txBody>
          <a:bodyPr vert="horz" wrap="none" lIns="91386" tIns="45692" rIns="91386" bIns="45692" numCol="1" rtlCol="0" anchor="t" anchorCtr="0" compatLnSpc="1">
            <a:prstTxWarp prst="textNoShape">
              <a:avLst/>
            </a:prstTxWarp>
          </a:bodyPr>
          <a:lstStyle/>
          <a:p>
            <a:pPr marL="0" marR="0" lvl="0" indent="0" algn="l" defTabSz="913943" rtl="0" eaLnBrk="0" fontAlgn="base" latinLnBrk="0" hangingPunct="0">
              <a:lnSpc>
                <a:spcPct val="100000"/>
              </a:lnSpc>
              <a:spcBef>
                <a:spcPct val="0"/>
              </a:spcBef>
              <a:spcAft>
                <a:spcPct val="0"/>
              </a:spcAft>
              <a:buClrTx/>
              <a:buSzTx/>
              <a:buFontTx/>
              <a:buNone/>
              <a:tabLst/>
              <a:defRPr/>
            </a:pPr>
            <a:endParaRPr kumimoji="0" lang="en-US" sz="3598" b="0" i="0" u="none" strike="noStrike" kern="1200" cap="none" spc="0" normalizeH="0" baseline="0" noProof="0">
              <a:ln>
                <a:noFill/>
              </a:ln>
              <a:solidFill>
                <a:srgbClr val="000000"/>
              </a:solidFill>
              <a:effectLst/>
              <a:uLnTx/>
              <a:uFillTx/>
              <a:latin typeface="Calibri" panose="020F0502020204030204" pitchFamily="34" charset="0"/>
              <a:ea typeface="MS PGothic" pitchFamily="34" charset="-128"/>
              <a:cs typeface="Calibri" panose="020F0502020204030204" pitchFamily="34" charset="0"/>
            </a:endParaRPr>
          </a:p>
        </p:txBody>
      </p:sp>
      <p:sp>
        <p:nvSpPr>
          <p:cNvPr id="10" name="Rounded Rectangle 146">
            <a:extLst>
              <a:ext uri="{FF2B5EF4-FFF2-40B4-BE49-F238E27FC236}">
                <a16:creationId xmlns:a16="http://schemas.microsoft.com/office/drawing/2014/main" id="{5D34B972-F077-DD66-5D29-8C31538B782C}"/>
              </a:ext>
            </a:extLst>
          </p:cNvPr>
          <p:cNvSpPr/>
          <p:nvPr/>
        </p:nvSpPr>
        <p:spPr bwMode="auto">
          <a:xfrm>
            <a:off x="8537731" y="2008062"/>
            <a:ext cx="1570134" cy="4010186"/>
          </a:xfrm>
          <a:prstGeom prst="roundRect">
            <a:avLst>
              <a:gd name="adj" fmla="val 2821"/>
            </a:avLst>
          </a:prstGeom>
          <a:solidFill>
            <a:schemeClr val="bg1">
              <a:lumMod val="95000"/>
            </a:schemeClr>
          </a:solidFill>
          <a:ln w="3175" cap="flat" cmpd="sng" algn="ctr">
            <a:noFill/>
            <a:prstDash val="solid"/>
            <a:miter lim="800000"/>
            <a:headEnd type="none" w="sm" len="sm"/>
            <a:tailEnd type="triangle" w="med" len="med"/>
          </a:ln>
          <a:effectLst/>
        </p:spPr>
        <p:txBody>
          <a:bodyPr vert="horz" wrap="none" lIns="91386" tIns="45692" rIns="91386" bIns="45692" numCol="1" rtlCol="0" anchor="t" anchorCtr="0" compatLnSpc="1">
            <a:prstTxWarp prst="textNoShape">
              <a:avLst/>
            </a:prstTxWarp>
          </a:bodyPr>
          <a:lstStyle/>
          <a:p>
            <a:pPr marL="0" marR="0" lvl="0" indent="0" algn="l" defTabSz="913943" rtl="0" eaLnBrk="0" fontAlgn="base" latinLnBrk="0" hangingPunct="0">
              <a:lnSpc>
                <a:spcPct val="100000"/>
              </a:lnSpc>
              <a:spcBef>
                <a:spcPct val="0"/>
              </a:spcBef>
              <a:spcAft>
                <a:spcPct val="0"/>
              </a:spcAft>
              <a:buClrTx/>
              <a:buSzTx/>
              <a:buFontTx/>
              <a:buNone/>
              <a:tabLst/>
              <a:defRPr/>
            </a:pPr>
            <a:endParaRPr kumimoji="0" lang="en-US" sz="3598" b="0" i="0" u="none" strike="noStrike" kern="1200" cap="none" spc="0" normalizeH="0" baseline="0" noProof="0">
              <a:ln>
                <a:noFill/>
              </a:ln>
              <a:solidFill>
                <a:srgbClr val="000000"/>
              </a:solidFill>
              <a:effectLst/>
              <a:uLnTx/>
              <a:uFillTx/>
              <a:latin typeface="Calibri" panose="020F0502020204030204" pitchFamily="34" charset="0"/>
              <a:ea typeface="MS PGothic" pitchFamily="34" charset="-128"/>
              <a:cs typeface="Calibri" panose="020F0502020204030204" pitchFamily="34" charset="0"/>
            </a:endParaRPr>
          </a:p>
        </p:txBody>
      </p:sp>
      <p:sp>
        <p:nvSpPr>
          <p:cNvPr id="1034" name="Rounded Rectangle 146">
            <a:extLst>
              <a:ext uri="{FF2B5EF4-FFF2-40B4-BE49-F238E27FC236}">
                <a16:creationId xmlns:a16="http://schemas.microsoft.com/office/drawing/2014/main" id="{A768706C-D265-D31C-F49D-38B07DC56679}"/>
              </a:ext>
            </a:extLst>
          </p:cNvPr>
          <p:cNvSpPr/>
          <p:nvPr/>
        </p:nvSpPr>
        <p:spPr bwMode="auto">
          <a:xfrm>
            <a:off x="2527515" y="1934946"/>
            <a:ext cx="2157704" cy="4024960"/>
          </a:xfrm>
          <a:prstGeom prst="roundRect">
            <a:avLst>
              <a:gd name="adj" fmla="val 2821"/>
            </a:avLst>
          </a:prstGeom>
          <a:solidFill>
            <a:schemeClr val="bg1">
              <a:lumMod val="95000"/>
            </a:schemeClr>
          </a:solidFill>
          <a:ln w="3175" cap="flat" cmpd="sng" algn="ctr">
            <a:noFill/>
            <a:prstDash val="solid"/>
            <a:miter lim="800000"/>
            <a:headEnd type="none" w="sm" len="sm"/>
            <a:tailEnd type="triangle" w="med" len="med"/>
          </a:ln>
          <a:effectLst/>
        </p:spPr>
        <p:txBody>
          <a:bodyPr vert="horz" wrap="none" lIns="91386" tIns="45692" rIns="91386" bIns="45692" numCol="1" rtlCol="0" anchor="t" anchorCtr="0" compatLnSpc="1">
            <a:prstTxWarp prst="textNoShape">
              <a:avLst/>
            </a:prstTxWarp>
          </a:bodyPr>
          <a:lstStyle/>
          <a:p>
            <a:pPr marL="0" marR="0" lvl="0" indent="0" algn="l" defTabSz="913943" rtl="0" eaLnBrk="0" fontAlgn="base" latinLnBrk="0" hangingPunct="0">
              <a:lnSpc>
                <a:spcPct val="100000"/>
              </a:lnSpc>
              <a:spcBef>
                <a:spcPct val="0"/>
              </a:spcBef>
              <a:spcAft>
                <a:spcPct val="0"/>
              </a:spcAft>
              <a:buClrTx/>
              <a:buSzTx/>
              <a:buFontTx/>
              <a:buNone/>
              <a:tabLst/>
              <a:defRPr/>
            </a:pPr>
            <a:endParaRPr kumimoji="0" lang="en-US" sz="3598" b="0" i="0" u="none" strike="noStrike" kern="1200" cap="none" spc="0" normalizeH="0" baseline="0" noProof="0">
              <a:ln>
                <a:noFill/>
              </a:ln>
              <a:solidFill>
                <a:srgbClr val="000000"/>
              </a:solidFill>
              <a:effectLst/>
              <a:uLnTx/>
              <a:uFillTx/>
              <a:latin typeface="Calibri" panose="020F0502020204030204" pitchFamily="34" charset="0"/>
              <a:ea typeface="MS PGothic" pitchFamily="34" charset="-128"/>
              <a:cs typeface="Calibri" panose="020F0502020204030204" pitchFamily="34" charset="0"/>
            </a:endParaRPr>
          </a:p>
        </p:txBody>
      </p:sp>
      <p:sp>
        <p:nvSpPr>
          <p:cNvPr id="1032" name="Rounded Rectangle 146">
            <a:extLst>
              <a:ext uri="{FF2B5EF4-FFF2-40B4-BE49-F238E27FC236}">
                <a16:creationId xmlns:a16="http://schemas.microsoft.com/office/drawing/2014/main" id="{0C64A12C-741E-A3E1-F2EA-71CDA5DAC4AF}"/>
              </a:ext>
            </a:extLst>
          </p:cNvPr>
          <p:cNvSpPr/>
          <p:nvPr/>
        </p:nvSpPr>
        <p:spPr bwMode="auto">
          <a:xfrm>
            <a:off x="79505" y="1772286"/>
            <a:ext cx="2355916" cy="4187619"/>
          </a:xfrm>
          <a:prstGeom prst="roundRect">
            <a:avLst>
              <a:gd name="adj" fmla="val 2821"/>
            </a:avLst>
          </a:prstGeom>
          <a:solidFill>
            <a:schemeClr val="bg1">
              <a:lumMod val="95000"/>
            </a:schemeClr>
          </a:solidFill>
          <a:ln w="3175" cap="flat" cmpd="sng" algn="ctr">
            <a:noFill/>
            <a:prstDash val="solid"/>
            <a:miter lim="800000"/>
            <a:headEnd type="none" w="sm" len="sm"/>
            <a:tailEnd type="triangle" w="med" len="med"/>
          </a:ln>
          <a:effectLst/>
        </p:spPr>
        <p:txBody>
          <a:bodyPr vert="horz" wrap="none" lIns="91386" tIns="45692" rIns="91386" bIns="45692" numCol="1" rtlCol="0" anchor="t" anchorCtr="0" compatLnSpc="1">
            <a:prstTxWarp prst="textNoShape">
              <a:avLst/>
            </a:prstTxWarp>
          </a:bodyPr>
          <a:lstStyle/>
          <a:p>
            <a:pPr marL="0" marR="0" lvl="0" indent="0" algn="l" defTabSz="913943" rtl="0" eaLnBrk="0" fontAlgn="base" latinLnBrk="0" hangingPunct="0">
              <a:lnSpc>
                <a:spcPct val="100000"/>
              </a:lnSpc>
              <a:spcBef>
                <a:spcPct val="0"/>
              </a:spcBef>
              <a:spcAft>
                <a:spcPct val="0"/>
              </a:spcAft>
              <a:buClrTx/>
              <a:buSzTx/>
              <a:buFontTx/>
              <a:buNone/>
              <a:tabLst/>
              <a:defRPr/>
            </a:pPr>
            <a:endParaRPr kumimoji="0" lang="en-US" sz="3598" b="0" i="0" u="none" strike="noStrike" kern="1200" cap="none" spc="0" normalizeH="0" baseline="0" noProof="0">
              <a:ln>
                <a:noFill/>
              </a:ln>
              <a:solidFill>
                <a:srgbClr val="000000"/>
              </a:solidFill>
              <a:effectLst/>
              <a:uLnTx/>
              <a:uFillTx/>
              <a:latin typeface="Calibri" panose="020F0502020204030204" pitchFamily="34" charset="0"/>
              <a:ea typeface="MS PGothic" pitchFamily="34" charset="-128"/>
              <a:cs typeface="Calibri" panose="020F0502020204030204" pitchFamily="34" charset="0"/>
            </a:endParaRPr>
          </a:p>
        </p:txBody>
      </p:sp>
      <p:sp>
        <p:nvSpPr>
          <p:cNvPr id="1033" name="TextBox 1032">
            <a:extLst>
              <a:ext uri="{FF2B5EF4-FFF2-40B4-BE49-F238E27FC236}">
                <a16:creationId xmlns:a16="http://schemas.microsoft.com/office/drawing/2014/main" id="{FC6183E1-2618-B521-0438-564768746908}"/>
              </a:ext>
            </a:extLst>
          </p:cNvPr>
          <p:cNvSpPr txBox="1"/>
          <p:nvPr/>
        </p:nvSpPr>
        <p:spPr>
          <a:xfrm>
            <a:off x="36162" y="1998419"/>
            <a:ext cx="2355916" cy="2348656"/>
          </a:xfrm>
          <a:prstGeom prst="rect">
            <a:avLst/>
          </a:prstGeom>
          <a:noFill/>
        </p:spPr>
        <p:txBody>
          <a:bodyPr wrap="square" lIns="91440" tIns="45720" rIns="91440" bIns="45720" rtlCol="0" anchor="t">
            <a:spAutoFit/>
          </a:bodyPr>
          <a:lstStyle/>
          <a:p>
            <a:pPr marL="171450" indent="-171450" defTabSz="913943" eaLnBrk="0" fontAlgn="base" hangingPunct="0">
              <a:lnSpc>
                <a:spcPct val="150000"/>
              </a:lnSpc>
              <a:spcBef>
                <a:spcPct val="0"/>
              </a:spcBef>
              <a:spcAft>
                <a:spcPct val="0"/>
              </a:spcAft>
              <a:buFont typeface="Arial" panose="020B0604020202020204" pitchFamily="34" charset="0"/>
              <a:buChar char="•"/>
              <a:defRPr/>
            </a:pPr>
            <a:r>
              <a:rPr kumimoji="0" lang="en-US" sz="1100" b="0" i="0" u="none" strike="noStrike" kern="1200" cap="none" spc="0" normalizeH="0" baseline="0" noProof="0">
                <a:ln>
                  <a:noFill/>
                </a:ln>
                <a:solidFill>
                  <a:srgbClr val="000000"/>
                </a:solidFill>
                <a:effectLst/>
                <a:uLnTx/>
                <a:uFillTx/>
                <a:latin typeface="HCLTech Roobert"/>
                <a:ea typeface="MS PGothic"/>
                <a:cs typeface="HCLTech Roobert"/>
              </a:rPr>
              <a:t>Understanding of existing manual TV request processes /  flows</a:t>
            </a:r>
            <a:endParaRPr lang="en-US" sz="1100">
              <a:solidFill>
                <a:srgbClr val="000000"/>
              </a:solidFill>
              <a:latin typeface="HCLTech Roobert"/>
              <a:ea typeface="MS PGothic"/>
              <a:cs typeface="HCLTech Roobert"/>
            </a:endParaRPr>
          </a:p>
          <a:p>
            <a:pPr marL="171450" indent="-171450" defTabSz="913943">
              <a:lnSpc>
                <a:spcPct val="150000"/>
              </a:lnSpc>
              <a:spcBef>
                <a:spcPct val="0"/>
              </a:spcBef>
              <a:spcAft>
                <a:spcPct val="0"/>
              </a:spcAft>
              <a:buFont typeface="Arial,Sans-Serif" panose="020B0604020202020204" pitchFamily="34" charset="0"/>
              <a:buChar char="•"/>
              <a:defRPr/>
            </a:pPr>
            <a:r>
              <a:rPr lang="en-US" sz="1100">
                <a:solidFill>
                  <a:srgbClr val="000000"/>
                </a:solidFill>
                <a:latin typeface="HCLTech Roobert"/>
                <a:ea typeface="MS PGothic"/>
                <a:cs typeface="HCLTech Roobert"/>
              </a:rPr>
              <a:t>Outstanding questions clarification</a:t>
            </a:r>
          </a:p>
          <a:p>
            <a:pPr marL="171450" marR="0" lvl="0" indent="-171450" algn="l" defTabSz="913943"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CLTech Roobert" pitchFamily="50" charset="0"/>
                <a:ea typeface="MS PGothic" pitchFamily="34" charset="-128"/>
                <a:cs typeface="HCLTech Roobert" pitchFamily="50" charset="0"/>
              </a:rPr>
              <a:t>Identify the key dependencies</a:t>
            </a:r>
            <a:r>
              <a:rPr lang="en-US" sz="1100">
                <a:solidFill>
                  <a:srgbClr val="000000"/>
                </a:solidFill>
                <a:latin typeface="HCLTech Roobert" pitchFamily="50" charset="0"/>
                <a:ea typeface="MS PGothic" pitchFamily="34" charset="-128"/>
                <a:cs typeface="HCLTech Roobert" pitchFamily="50" charset="0"/>
              </a:rPr>
              <a:t> and pain points</a:t>
            </a:r>
            <a:endParaRPr kumimoji="0" lang="en-US" sz="1100" b="0" i="0" u="none" strike="noStrike" kern="1200" cap="none" spc="0" normalizeH="0" baseline="0" noProof="0">
              <a:ln>
                <a:noFill/>
              </a:ln>
              <a:solidFill>
                <a:srgbClr val="000000"/>
              </a:solidFill>
              <a:effectLst/>
              <a:uLnTx/>
              <a:uFillTx/>
              <a:latin typeface="HCLTech Roobert" pitchFamily="50" charset="0"/>
              <a:ea typeface="MS PGothic" pitchFamily="34" charset="-128"/>
              <a:cs typeface="HCLTech Roobert" pitchFamily="50" charset="0"/>
            </a:endParaRPr>
          </a:p>
          <a:p>
            <a:pPr marL="171450" marR="0" lvl="0" indent="-171450" algn="l" defTabSz="913943"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CLTech Roobert" pitchFamily="50" charset="0"/>
                <a:ea typeface="MS PGothic" pitchFamily="34" charset="-128"/>
                <a:cs typeface="HCLTech Roobert" pitchFamily="50" charset="0"/>
              </a:rPr>
              <a:t>Discussion on reporting requirements</a:t>
            </a:r>
          </a:p>
        </p:txBody>
      </p:sp>
      <p:sp>
        <p:nvSpPr>
          <p:cNvPr id="11" name="Footer Placeholder 10">
            <a:extLst>
              <a:ext uri="{FF2B5EF4-FFF2-40B4-BE49-F238E27FC236}">
                <a16:creationId xmlns:a16="http://schemas.microsoft.com/office/drawing/2014/main" id="{14FA7392-F99A-C107-3CA3-AC6827F1354D}"/>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Copyright © </a:t>
            </a:r>
            <a:r>
              <a:rPr lang="en-US">
                <a:solidFill>
                  <a:srgbClr val="000000">
                    <a:alpha val="50000"/>
                  </a:srgbClr>
                </a:solidFill>
                <a:latin typeface="HCLTech Roobert Light"/>
              </a:rPr>
              <a:t>2026</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a:t>
            </a:r>
            <a:r>
              <a:rPr kumimoji="0" lang="en-US" sz="800" b="0" i="0" u="none" strike="noStrike" kern="1200" cap="none" spc="0" normalizeH="0" baseline="0" noProof="0" err="1">
                <a:ln>
                  <a:noFill/>
                </a:ln>
                <a:solidFill>
                  <a:srgbClr val="000000">
                    <a:alpha val="50000"/>
                  </a:srgbClr>
                </a:solidFill>
                <a:effectLst/>
                <a:uLnTx/>
                <a:uFillTx/>
                <a:latin typeface="HCLTech Roobert Light"/>
                <a:ea typeface="+mn-ea"/>
                <a:cs typeface="+mn-cs"/>
              </a:rPr>
              <a:t>HCLTech</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 Confidential</a:t>
            </a:r>
          </a:p>
        </p:txBody>
      </p:sp>
      <p:sp>
        <p:nvSpPr>
          <p:cNvPr id="12" name="Slide Number Placeholder 11">
            <a:extLst>
              <a:ext uri="{FF2B5EF4-FFF2-40B4-BE49-F238E27FC236}">
                <a16:creationId xmlns:a16="http://schemas.microsoft.com/office/drawing/2014/main" id="{E857E487-DD51-9F76-BEF8-06A9ABA81B1E}"/>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E577F39-B882-FB4F-BD46-95C2A231B68A}" type="slidenum">
              <a:rPr kumimoji="0" lang="en-US" sz="800" b="0" i="0" u="none" strike="noStrike" kern="1200" cap="none" spc="0" normalizeH="0" baseline="0" noProof="0" smtClean="0">
                <a:ln>
                  <a:noFill/>
                </a:ln>
                <a:solidFill>
                  <a:srgbClr val="000000">
                    <a:alpha val="50000"/>
                  </a:srgbClr>
                </a:solidFill>
                <a:effectLst/>
                <a:uLnTx/>
                <a:uFillTx/>
                <a:latin typeface="HCLTech Roobert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endParaRPr>
          </a:p>
        </p:txBody>
      </p:sp>
      <p:sp>
        <p:nvSpPr>
          <p:cNvPr id="4" name="TextBox 3">
            <a:extLst>
              <a:ext uri="{FF2B5EF4-FFF2-40B4-BE49-F238E27FC236}">
                <a16:creationId xmlns:a16="http://schemas.microsoft.com/office/drawing/2014/main" id="{2D563B0C-824B-F294-50AD-A00BE7195873}"/>
              </a:ext>
            </a:extLst>
          </p:cNvPr>
          <p:cNvSpPr txBox="1"/>
          <p:nvPr/>
        </p:nvSpPr>
        <p:spPr>
          <a:xfrm>
            <a:off x="6283234" y="2847703"/>
            <a:ext cx="65" cy="276999"/>
          </a:xfrm>
          <a:prstGeom prst="rect">
            <a:avLst/>
          </a:prstGeom>
          <a:noFill/>
        </p:spPr>
        <p:txBody>
          <a:bodyPr wrap="none" lIns="0" tIns="0" rIns="0" bIns="0" rtlCol="0">
            <a:spAutoFit/>
          </a:bodyPr>
          <a:lstStyle/>
          <a:p>
            <a:pPr algn="l"/>
            <a:endParaRPr lang="en-US" err="1">
              <a:solidFill>
                <a:schemeClr val="tx1"/>
              </a:solidFill>
            </a:endParaRPr>
          </a:p>
        </p:txBody>
      </p:sp>
      <p:sp>
        <p:nvSpPr>
          <p:cNvPr id="5" name="Rectangle 4">
            <a:extLst>
              <a:ext uri="{FF2B5EF4-FFF2-40B4-BE49-F238E27FC236}">
                <a16:creationId xmlns:a16="http://schemas.microsoft.com/office/drawing/2014/main" id="{4905208F-450D-FAC7-4698-78A024456AEF}"/>
              </a:ext>
            </a:extLst>
          </p:cNvPr>
          <p:cNvSpPr/>
          <p:nvPr/>
        </p:nvSpPr>
        <p:spPr bwMode="auto">
          <a:xfrm>
            <a:off x="8502481" y="1514804"/>
            <a:ext cx="1605383" cy="456928"/>
          </a:xfrm>
          <a:prstGeom prst="rect">
            <a:avLst/>
          </a:prstGeom>
          <a:solidFill>
            <a:schemeClr val="tx2"/>
          </a:solidFill>
          <a:ln w="3175" cap="flat" cmpd="sng" algn="ctr">
            <a:noFill/>
            <a:prstDash val="solid"/>
            <a:miter lim="800000"/>
            <a:headEnd type="none" w="sm" len="sm"/>
            <a:tailEnd type="triangle" w="med" len="med"/>
          </a:ln>
          <a:effectLst/>
        </p:spPr>
        <p:txBody>
          <a:bodyPr vert="horz" wrap="none" lIns="91386" tIns="45692" rIns="91386" bIns="45692" numCol="1" rtlCol="0" anchor="ctr" anchorCtr="0" compatLnSpc="1">
            <a:prstTxWarp prst="textNoShape">
              <a:avLst/>
            </a:prstTxWarp>
          </a:bodyPr>
          <a:lstStyle/>
          <a:p>
            <a:pPr marL="0" marR="0" lvl="0" indent="0" algn="ctr" defTabSz="913943" rtl="0" eaLnBrk="0" fontAlgn="base" latinLnBrk="0" hangingPunct="0">
              <a:lnSpc>
                <a:spcPct val="100000"/>
              </a:lnSpc>
              <a:spcBef>
                <a:spcPct val="0"/>
              </a:spcBef>
              <a:spcAft>
                <a:spcPct val="0"/>
              </a:spcAft>
              <a:buClrTx/>
              <a:buSzTx/>
              <a:buFontTx/>
              <a:buNone/>
              <a:tabLst/>
              <a:defRPr/>
            </a:pPr>
            <a:r>
              <a:rPr lang="en-US" sz="1200" b="1">
                <a:solidFill>
                  <a:srgbClr val="FFFFFF"/>
                </a:solidFill>
                <a:latin typeface="HCLTech Roobert" pitchFamily="50" charset="0"/>
                <a:ea typeface="MS PGothic" pitchFamily="34" charset="-128"/>
                <a:cs typeface="HCLTech Roobert" pitchFamily="50" charset="0"/>
              </a:rPr>
              <a:t>Deployment</a:t>
            </a:r>
            <a:endParaRPr kumimoji="0" lang="en-US" sz="1200" b="1" i="0" u="none" strike="noStrike" kern="1200" cap="none" spc="0" normalizeH="0" baseline="0" noProof="0">
              <a:ln>
                <a:noFill/>
              </a:ln>
              <a:solidFill>
                <a:srgbClr val="FFFFFF"/>
              </a:solidFill>
              <a:effectLst/>
              <a:uLnTx/>
              <a:uFillTx/>
              <a:latin typeface="HCLTech Roobert" pitchFamily="50" charset="0"/>
              <a:ea typeface="MS PGothic" pitchFamily="34" charset="-128"/>
              <a:cs typeface="HCLTech Roobert" pitchFamily="50" charset="0"/>
            </a:endParaRPr>
          </a:p>
        </p:txBody>
      </p:sp>
      <p:sp>
        <p:nvSpPr>
          <p:cNvPr id="56" name="Rectangle 55">
            <a:extLst>
              <a:ext uri="{FF2B5EF4-FFF2-40B4-BE49-F238E27FC236}">
                <a16:creationId xmlns:a16="http://schemas.microsoft.com/office/drawing/2014/main" id="{67F97443-7108-A28A-EA08-3D22F59AB061}"/>
              </a:ext>
            </a:extLst>
          </p:cNvPr>
          <p:cNvSpPr/>
          <p:nvPr/>
        </p:nvSpPr>
        <p:spPr bwMode="auto">
          <a:xfrm>
            <a:off x="79506" y="1514804"/>
            <a:ext cx="4632780" cy="456928"/>
          </a:xfrm>
          <a:prstGeom prst="rect">
            <a:avLst/>
          </a:prstGeom>
          <a:solidFill>
            <a:schemeClr val="tx2"/>
          </a:solidFill>
          <a:ln w="3175" cap="flat" cmpd="sng" algn="ctr">
            <a:noFill/>
            <a:prstDash val="solid"/>
            <a:miter lim="800000"/>
            <a:headEnd type="none" w="sm" len="sm"/>
            <a:tailEnd type="triangle" w="med" len="med"/>
          </a:ln>
          <a:effectLst/>
        </p:spPr>
        <p:txBody>
          <a:bodyPr vert="horz" wrap="none" lIns="91386" tIns="45692" rIns="91386" bIns="45692" numCol="1" rtlCol="0" anchor="ctr" anchorCtr="0" compatLnSpc="1">
            <a:prstTxWarp prst="textNoShape">
              <a:avLst/>
            </a:prstTxWarp>
          </a:bodyPr>
          <a:lstStyle/>
          <a:p>
            <a:pPr marL="0" marR="0" lvl="0" indent="0" algn="ctr" defTabSz="913943"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HCLTech Roobert"/>
                <a:ea typeface="MS PGothic"/>
                <a:cs typeface="HCLTech Roobert"/>
              </a:rPr>
              <a:t> Requirement Understanding,  Plan, Solution Blueprint</a:t>
            </a:r>
          </a:p>
        </p:txBody>
      </p:sp>
      <p:sp>
        <p:nvSpPr>
          <p:cNvPr id="61" name="Rectangle 60">
            <a:extLst>
              <a:ext uri="{FF2B5EF4-FFF2-40B4-BE49-F238E27FC236}">
                <a16:creationId xmlns:a16="http://schemas.microsoft.com/office/drawing/2014/main" id="{77AD9E49-C0E6-D994-CE59-D0A4D9908DFC}"/>
              </a:ext>
            </a:extLst>
          </p:cNvPr>
          <p:cNvSpPr/>
          <p:nvPr/>
        </p:nvSpPr>
        <p:spPr bwMode="auto">
          <a:xfrm>
            <a:off x="4811819" y="1514804"/>
            <a:ext cx="3662614" cy="456928"/>
          </a:xfrm>
          <a:prstGeom prst="rect">
            <a:avLst/>
          </a:prstGeom>
          <a:solidFill>
            <a:schemeClr val="tx2"/>
          </a:solidFill>
          <a:ln w="3175" cap="flat" cmpd="sng" algn="ctr">
            <a:noFill/>
            <a:prstDash val="solid"/>
            <a:miter lim="800000"/>
            <a:headEnd type="none" w="sm" len="sm"/>
            <a:tailEnd type="triangle" w="med" len="med"/>
          </a:ln>
          <a:effectLst/>
        </p:spPr>
        <p:txBody>
          <a:bodyPr vert="horz" wrap="none" lIns="91386" tIns="45692" rIns="91386" bIns="45692" numCol="1" rtlCol="0" anchor="ctr" anchorCtr="0" compatLnSpc="1">
            <a:prstTxWarp prst="textNoShape">
              <a:avLst/>
            </a:prstTxWarp>
          </a:bodyPr>
          <a:lstStyle/>
          <a:p>
            <a:pPr marL="0" marR="0" lvl="0" indent="0" algn="ctr" defTabSz="913943"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HCLTech Roobert" pitchFamily="50" charset="0"/>
                <a:ea typeface="MS PGothic" pitchFamily="34" charset="-128"/>
                <a:cs typeface="HCLTech Roobert" pitchFamily="50" charset="0"/>
              </a:rPr>
              <a:t>Design, Build</a:t>
            </a:r>
            <a:r>
              <a:rPr lang="en-US" sz="1200" b="1">
                <a:solidFill>
                  <a:srgbClr val="FFFFFF"/>
                </a:solidFill>
                <a:latin typeface="HCLTech Roobert" pitchFamily="50" charset="0"/>
                <a:ea typeface="MS PGothic" pitchFamily="34" charset="-128"/>
                <a:cs typeface="HCLTech Roobert" pitchFamily="50" charset="0"/>
              </a:rPr>
              <a:t> and</a:t>
            </a:r>
            <a:r>
              <a:rPr kumimoji="0" lang="en-US" sz="1200" b="1" i="0" u="none" strike="noStrike" kern="1200" cap="none" spc="0" normalizeH="0" baseline="0" noProof="0">
                <a:ln>
                  <a:noFill/>
                </a:ln>
                <a:solidFill>
                  <a:srgbClr val="FFFFFF"/>
                </a:solidFill>
                <a:effectLst/>
                <a:uLnTx/>
                <a:uFillTx/>
                <a:latin typeface="HCLTech Roobert" pitchFamily="50" charset="0"/>
                <a:ea typeface="MS PGothic" pitchFamily="34" charset="-128"/>
                <a:cs typeface="HCLTech Roobert" pitchFamily="50" charset="0"/>
              </a:rPr>
              <a:t> Test </a:t>
            </a:r>
          </a:p>
        </p:txBody>
      </p:sp>
      <p:sp>
        <p:nvSpPr>
          <p:cNvPr id="62" name="Arrow: Pentagon 10">
            <a:extLst>
              <a:ext uri="{FF2B5EF4-FFF2-40B4-BE49-F238E27FC236}">
                <a16:creationId xmlns:a16="http://schemas.microsoft.com/office/drawing/2014/main" id="{392AB281-2801-8FC6-29F8-E92D7FD95136}"/>
              </a:ext>
            </a:extLst>
          </p:cNvPr>
          <p:cNvSpPr/>
          <p:nvPr/>
        </p:nvSpPr>
        <p:spPr>
          <a:xfrm>
            <a:off x="79506" y="995370"/>
            <a:ext cx="4709618" cy="493776"/>
          </a:xfrm>
          <a:prstGeom prst="homePlate">
            <a:avLst/>
          </a:prstGeom>
          <a:solidFill>
            <a:schemeClr val="tx2"/>
          </a:solidFill>
          <a:ln w="3175" cap="flat" cmpd="sng" algn="ctr">
            <a:noFill/>
            <a:prstDash val="solid"/>
            <a:miter lim="800000"/>
            <a:headEnd type="none" w="sm" len="sm"/>
            <a:tailEnd type="triangle" w="med" len="med"/>
          </a:ln>
          <a:effectLst/>
        </p:spPr>
        <p:txBody>
          <a:bodyPr vert="horz" wrap="none" lIns="91386" tIns="45692" rIns="91386" bIns="45692" numCol="1" rtlCol="0" anchor="ctr" anchorCtr="0" compatLnSpc="1">
            <a:prstTxWarp prst="textNoShape">
              <a:avLst/>
            </a:prstTxWarp>
          </a:bodyPr>
          <a:lstStyle/>
          <a:p>
            <a:pPr marL="0" marR="0" lvl="0" indent="0" algn="ctr" defTabSz="913943"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HCLTech Roobert" pitchFamily="50" charset="0"/>
                <a:ea typeface="MS PGothic" pitchFamily="34" charset="-128"/>
                <a:cs typeface="HCLTech Roobert" pitchFamily="50" charset="0"/>
              </a:rPr>
              <a:t>Plan for Success</a:t>
            </a:r>
          </a:p>
        </p:txBody>
      </p:sp>
      <p:sp>
        <p:nvSpPr>
          <p:cNvPr id="63" name="Arrow: Pentagon 11">
            <a:extLst>
              <a:ext uri="{FF2B5EF4-FFF2-40B4-BE49-F238E27FC236}">
                <a16:creationId xmlns:a16="http://schemas.microsoft.com/office/drawing/2014/main" id="{9CFE311D-C7EB-F6AB-93A1-D6C25F6CD705}"/>
              </a:ext>
            </a:extLst>
          </p:cNvPr>
          <p:cNvSpPr/>
          <p:nvPr/>
        </p:nvSpPr>
        <p:spPr>
          <a:xfrm>
            <a:off x="4811817" y="984698"/>
            <a:ext cx="5296047" cy="493776"/>
          </a:xfrm>
          <a:prstGeom prst="homePlate">
            <a:avLst/>
          </a:prstGeom>
          <a:solidFill>
            <a:schemeClr val="tx2"/>
          </a:solidFill>
          <a:ln w="3175" cap="flat" cmpd="sng" algn="ctr">
            <a:noFill/>
            <a:prstDash val="solid"/>
            <a:miter lim="800000"/>
            <a:headEnd type="none" w="sm" len="sm"/>
            <a:tailEnd type="triangle" w="med" len="med"/>
          </a:ln>
          <a:effectLst/>
        </p:spPr>
        <p:txBody>
          <a:bodyPr vert="horz" wrap="none" lIns="91386" tIns="45692" rIns="91386" bIns="45692" numCol="1" rtlCol="0" anchor="ctr" anchorCtr="0" compatLnSpc="1">
            <a:prstTxWarp prst="textNoShape">
              <a:avLst/>
            </a:prstTxWarp>
          </a:bodyPr>
          <a:lstStyle/>
          <a:p>
            <a:pPr marL="0" marR="0" lvl="0" indent="0" algn="ctr" defTabSz="913943"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HCLTech Roobert"/>
                <a:ea typeface="MS PGothic"/>
                <a:cs typeface="HCLTech Roobert" pitchFamily="50" charset="0"/>
              </a:rPr>
              <a:t>Design, Build, Test &amp; Deploy</a:t>
            </a:r>
          </a:p>
        </p:txBody>
      </p:sp>
      <p:sp>
        <p:nvSpPr>
          <p:cNvPr id="1024" name="Rectangle 1023">
            <a:extLst>
              <a:ext uri="{FF2B5EF4-FFF2-40B4-BE49-F238E27FC236}">
                <a16:creationId xmlns:a16="http://schemas.microsoft.com/office/drawing/2014/main" id="{19C74C37-1119-2B1D-2CE6-C55C9A3A0C76}"/>
              </a:ext>
            </a:extLst>
          </p:cNvPr>
          <p:cNvSpPr/>
          <p:nvPr/>
        </p:nvSpPr>
        <p:spPr bwMode="auto">
          <a:xfrm>
            <a:off x="10168000" y="1514804"/>
            <a:ext cx="1605383" cy="456928"/>
          </a:xfrm>
          <a:prstGeom prst="rect">
            <a:avLst/>
          </a:prstGeom>
          <a:solidFill>
            <a:schemeClr val="tx2"/>
          </a:solidFill>
          <a:ln w="3175" cap="flat" cmpd="sng" algn="ctr">
            <a:noFill/>
            <a:prstDash val="solid"/>
            <a:miter lim="800000"/>
            <a:headEnd type="none" w="sm" len="sm"/>
            <a:tailEnd type="triangle" w="med" len="med"/>
          </a:ln>
          <a:effectLst/>
        </p:spPr>
        <p:txBody>
          <a:bodyPr vert="horz" wrap="none" lIns="91386" tIns="45692" rIns="91386" bIns="45692" numCol="1" rtlCol="0" anchor="ctr" anchorCtr="0" compatLnSpc="1">
            <a:prstTxWarp prst="textNoShape">
              <a:avLst/>
            </a:prstTxWarp>
          </a:bodyPr>
          <a:lstStyle/>
          <a:p>
            <a:pPr algn="ctr" defTabSz="913943" eaLnBrk="0" fontAlgn="base" hangingPunct="0">
              <a:spcBef>
                <a:spcPct val="0"/>
              </a:spcBef>
              <a:spcAft>
                <a:spcPct val="0"/>
              </a:spcAft>
            </a:pPr>
            <a:r>
              <a:rPr lang="en-US" sz="1200" b="1">
                <a:solidFill>
                  <a:srgbClr val="FFFFFF"/>
                </a:solidFill>
                <a:latin typeface="HCLTech Roobert" pitchFamily="50" charset="0"/>
                <a:ea typeface="MS PGothic" pitchFamily="34" charset="-128"/>
                <a:cs typeface="HCLTech Roobert" pitchFamily="50" charset="0"/>
              </a:rPr>
              <a:t>Hypercare</a:t>
            </a:r>
          </a:p>
        </p:txBody>
      </p:sp>
      <p:sp>
        <p:nvSpPr>
          <p:cNvPr id="1025" name="Arrow: Pentagon 20">
            <a:extLst>
              <a:ext uri="{FF2B5EF4-FFF2-40B4-BE49-F238E27FC236}">
                <a16:creationId xmlns:a16="http://schemas.microsoft.com/office/drawing/2014/main" id="{480F25CF-8C66-9755-7ED7-3C7A1254563E}"/>
              </a:ext>
            </a:extLst>
          </p:cNvPr>
          <p:cNvSpPr/>
          <p:nvPr/>
        </p:nvSpPr>
        <p:spPr>
          <a:xfrm>
            <a:off x="10168001" y="984698"/>
            <a:ext cx="1605382" cy="493776"/>
          </a:xfrm>
          <a:prstGeom prst="homePlate">
            <a:avLst/>
          </a:prstGeom>
          <a:solidFill>
            <a:schemeClr val="tx2"/>
          </a:solidFill>
          <a:ln w="3175" cap="flat" cmpd="sng" algn="ctr">
            <a:noFill/>
            <a:prstDash val="solid"/>
            <a:miter lim="800000"/>
            <a:headEnd type="none" w="sm" len="sm"/>
            <a:tailEnd type="triangle" w="med" len="med"/>
          </a:ln>
          <a:effectLst/>
        </p:spPr>
        <p:txBody>
          <a:bodyPr vert="horz" wrap="none" lIns="91386" tIns="45692" rIns="91386" bIns="45692" numCol="1" rtlCol="0" anchor="ctr" anchorCtr="0" compatLnSpc="1">
            <a:prstTxWarp prst="textNoShape">
              <a:avLst/>
            </a:prstTxWarp>
          </a:bodyPr>
          <a:lstStyle/>
          <a:p>
            <a:pPr marL="0" marR="0" lvl="0" indent="0" algn="ctr" defTabSz="913943"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HCLTech Roobert" pitchFamily="50" charset="0"/>
                <a:ea typeface="MS PGothic" pitchFamily="34" charset="-128"/>
                <a:cs typeface="HCLTech Roobert" pitchFamily="50" charset="0"/>
              </a:rPr>
              <a:t>Lifecycle</a:t>
            </a:r>
          </a:p>
        </p:txBody>
      </p:sp>
      <p:pic>
        <p:nvPicPr>
          <p:cNvPr id="1029" name="Picture 1028">
            <a:extLst>
              <a:ext uri="{FF2B5EF4-FFF2-40B4-BE49-F238E27FC236}">
                <a16:creationId xmlns:a16="http://schemas.microsoft.com/office/drawing/2014/main" id="{4C1E0FD1-78B9-5CAA-9A81-9D9A03174FAE}"/>
              </a:ext>
            </a:extLst>
          </p:cNvPr>
          <p:cNvPicPr>
            <a:picLocks noChangeAspect="1"/>
          </p:cNvPicPr>
          <p:nvPr/>
        </p:nvPicPr>
        <p:blipFill>
          <a:blip r:embed="rId3"/>
          <a:stretch>
            <a:fillRect/>
          </a:stretch>
        </p:blipFill>
        <p:spPr>
          <a:xfrm>
            <a:off x="950096" y="1102060"/>
            <a:ext cx="298730" cy="286537"/>
          </a:xfrm>
          <a:prstGeom prst="rect">
            <a:avLst/>
          </a:prstGeom>
        </p:spPr>
      </p:pic>
      <p:pic>
        <p:nvPicPr>
          <p:cNvPr id="1030" name="Picture 1029">
            <a:extLst>
              <a:ext uri="{FF2B5EF4-FFF2-40B4-BE49-F238E27FC236}">
                <a16:creationId xmlns:a16="http://schemas.microsoft.com/office/drawing/2014/main" id="{FC4F78ED-52B2-ADD7-4641-23462EDFA5F4}"/>
              </a:ext>
            </a:extLst>
          </p:cNvPr>
          <p:cNvPicPr>
            <a:picLocks noChangeAspect="1"/>
          </p:cNvPicPr>
          <p:nvPr/>
        </p:nvPicPr>
        <p:blipFill>
          <a:blip r:embed="rId4">
            <a:lum bright="20000" contrast="20000"/>
          </a:blip>
          <a:stretch>
            <a:fillRect/>
          </a:stretch>
        </p:blipFill>
        <p:spPr>
          <a:xfrm>
            <a:off x="5038650" y="1082680"/>
            <a:ext cx="299566" cy="303523"/>
          </a:xfrm>
          <a:prstGeom prst="rect">
            <a:avLst/>
          </a:prstGeom>
        </p:spPr>
      </p:pic>
      <p:pic>
        <p:nvPicPr>
          <p:cNvPr id="1031" name="Picture 1030">
            <a:extLst>
              <a:ext uri="{FF2B5EF4-FFF2-40B4-BE49-F238E27FC236}">
                <a16:creationId xmlns:a16="http://schemas.microsoft.com/office/drawing/2014/main" id="{061305B0-11F9-46E8-46A6-C2EBCB93A5DD}"/>
              </a:ext>
            </a:extLst>
          </p:cNvPr>
          <p:cNvPicPr>
            <a:picLocks noChangeAspect="1"/>
          </p:cNvPicPr>
          <p:nvPr/>
        </p:nvPicPr>
        <p:blipFill>
          <a:blip r:embed="rId5">
            <a:lum bright="20000" contrast="40000"/>
          </a:blip>
          <a:stretch>
            <a:fillRect/>
          </a:stretch>
        </p:blipFill>
        <p:spPr>
          <a:xfrm>
            <a:off x="10224476" y="1096200"/>
            <a:ext cx="299566" cy="320019"/>
          </a:xfrm>
          <a:prstGeom prst="rect">
            <a:avLst/>
          </a:prstGeom>
        </p:spPr>
      </p:pic>
      <p:sp>
        <p:nvSpPr>
          <p:cNvPr id="1035" name="TextBox 1034">
            <a:extLst>
              <a:ext uri="{FF2B5EF4-FFF2-40B4-BE49-F238E27FC236}">
                <a16:creationId xmlns:a16="http://schemas.microsoft.com/office/drawing/2014/main" id="{3A86F761-AF7F-D07E-D599-9CE5E1DFB7FA}"/>
              </a:ext>
            </a:extLst>
          </p:cNvPr>
          <p:cNvSpPr txBox="1"/>
          <p:nvPr/>
        </p:nvSpPr>
        <p:spPr>
          <a:xfrm>
            <a:off x="2558852" y="1997390"/>
            <a:ext cx="2102808" cy="2292935"/>
          </a:xfrm>
          <a:prstGeom prst="rect">
            <a:avLst/>
          </a:prstGeom>
          <a:noFill/>
        </p:spPr>
        <p:txBody>
          <a:bodyPr wrap="square" lIns="91440" tIns="45720" rIns="91440" bIns="45720" rtlCol="0" anchor="t">
            <a:spAutoFit/>
          </a:bodyPr>
          <a:lstStyle/>
          <a:p>
            <a:pPr marL="171450" indent="-171450" defTabSz="913943">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a:ea typeface="MS PGothic"/>
                <a:cs typeface="HCLTech Roobert"/>
              </a:rPr>
              <a:t>Identify the business logic / rules to be implemented </a:t>
            </a:r>
          </a:p>
          <a:p>
            <a:pPr marL="171450" indent="-171450" defTabSz="913943">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a:ea typeface="MS PGothic"/>
                <a:cs typeface="HCLTech Roobert"/>
              </a:rPr>
              <a:t>Prepare Solution blueprint &amp; validation of implementation plan</a:t>
            </a:r>
          </a:p>
          <a:p>
            <a:pPr marL="171450" indent="-171450" defTabSz="913943">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a:ea typeface="MS PGothic"/>
                <a:cs typeface="HCLTech Roobert"/>
              </a:rPr>
              <a:t>Report submitted for final approval</a:t>
            </a:r>
          </a:p>
          <a:p>
            <a:pPr marL="171450" indent="-171450" defTabSz="913943" eaLnBrk="0" fontAlgn="base" hangingPunct="0">
              <a:lnSpc>
                <a:spcPct val="150000"/>
              </a:lnSpc>
              <a:spcBef>
                <a:spcPct val="0"/>
              </a:spcBef>
              <a:spcAft>
                <a:spcPct val="0"/>
              </a:spcAft>
              <a:buFont typeface="Arial" panose="020B0604020202020204" pitchFamily="34" charset="0"/>
              <a:buChar char="•"/>
              <a:defRPr/>
            </a:pPr>
            <a:endParaRPr lang="en-US" sz="1100">
              <a:solidFill>
                <a:srgbClr val="000000"/>
              </a:solidFill>
              <a:latin typeface="HCLTech Roobert"/>
              <a:ea typeface="MS PGothic"/>
              <a:cs typeface="HCLTech Roobert"/>
            </a:endParaRPr>
          </a:p>
          <a:p>
            <a:pPr marL="171450" indent="-171450" defTabSz="913943">
              <a:spcBef>
                <a:spcPct val="0"/>
              </a:spcBef>
              <a:spcAft>
                <a:spcPct val="0"/>
              </a:spcAft>
              <a:buFont typeface="Arial" panose="020B0604020202020204" pitchFamily="34" charset="0"/>
              <a:buChar char="•"/>
              <a:defRPr/>
            </a:pPr>
            <a:endParaRPr lang="en-US" sz="1100">
              <a:solidFill>
                <a:srgbClr val="000000"/>
              </a:solidFill>
              <a:latin typeface="HCLTech Roobert" pitchFamily="50" charset="0"/>
              <a:ea typeface="MS PGothic" pitchFamily="34" charset="-128"/>
              <a:cs typeface="HCLTech Roobert" pitchFamily="50" charset="0"/>
            </a:endParaRPr>
          </a:p>
        </p:txBody>
      </p:sp>
      <p:sp>
        <p:nvSpPr>
          <p:cNvPr id="2" name="Rounded Rectangle 146">
            <a:extLst>
              <a:ext uri="{FF2B5EF4-FFF2-40B4-BE49-F238E27FC236}">
                <a16:creationId xmlns:a16="http://schemas.microsoft.com/office/drawing/2014/main" id="{2BB6E125-D18B-BB59-4321-DE39DE435802}"/>
              </a:ext>
            </a:extLst>
          </p:cNvPr>
          <p:cNvSpPr/>
          <p:nvPr/>
        </p:nvSpPr>
        <p:spPr bwMode="auto">
          <a:xfrm>
            <a:off x="4811817" y="2008063"/>
            <a:ext cx="3662614" cy="3865240"/>
          </a:xfrm>
          <a:prstGeom prst="roundRect">
            <a:avLst>
              <a:gd name="adj" fmla="val 2821"/>
            </a:avLst>
          </a:prstGeom>
          <a:solidFill>
            <a:schemeClr val="bg1">
              <a:lumMod val="95000"/>
            </a:schemeClr>
          </a:solidFill>
          <a:ln w="3175" cap="flat" cmpd="sng" algn="ctr">
            <a:noFill/>
            <a:prstDash val="solid"/>
            <a:miter lim="800000"/>
            <a:headEnd type="none" w="sm" len="sm"/>
            <a:tailEnd type="triangle" w="med" len="med"/>
          </a:ln>
          <a:effectLst/>
        </p:spPr>
        <p:txBody>
          <a:bodyPr vert="horz" wrap="none" lIns="91386" tIns="45692" rIns="91386" bIns="45692" numCol="1" rtlCol="0" anchor="t" anchorCtr="0" compatLnSpc="1">
            <a:prstTxWarp prst="textNoShape">
              <a:avLst/>
            </a:prstTxWarp>
          </a:bodyPr>
          <a:lstStyle/>
          <a:p>
            <a:pPr marL="0" marR="0" lvl="0" indent="0" algn="l" defTabSz="913943" rtl="0" eaLnBrk="0" fontAlgn="base" latinLnBrk="0" hangingPunct="0">
              <a:lnSpc>
                <a:spcPct val="100000"/>
              </a:lnSpc>
              <a:spcBef>
                <a:spcPct val="0"/>
              </a:spcBef>
              <a:spcAft>
                <a:spcPct val="0"/>
              </a:spcAft>
              <a:buClrTx/>
              <a:buSzTx/>
              <a:buFontTx/>
              <a:buNone/>
              <a:tabLst/>
              <a:defRPr/>
            </a:pPr>
            <a:endParaRPr kumimoji="0" lang="en-US" sz="3598" b="0" i="0" u="none" strike="noStrike" kern="1200" cap="none" spc="0" normalizeH="0" baseline="0" noProof="0">
              <a:ln>
                <a:noFill/>
              </a:ln>
              <a:solidFill>
                <a:srgbClr val="000000"/>
              </a:solidFill>
              <a:effectLst/>
              <a:uLnTx/>
              <a:uFillTx/>
              <a:latin typeface="Calibri" panose="020F0502020204030204" pitchFamily="34" charset="0"/>
              <a:ea typeface="MS PGothic" pitchFamily="34" charset="-128"/>
              <a:cs typeface="Calibri" panose="020F0502020204030204" pitchFamily="34" charset="0"/>
            </a:endParaRPr>
          </a:p>
        </p:txBody>
      </p:sp>
      <p:sp>
        <p:nvSpPr>
          <p:cNvPr id="6" name="TextBox 5">
            <a:extLst>
              <a:ext uri="{FF2B5EF4-FFF2-40B4-BE49-F238E27FC236}">
                <a16:creationId xmlns:a16="http://schemas.microsoft.com/office/drawing/2014/main" id="{2C060364-AE14-D691-2724-CF5EE87B6C0B}"/>
              </a:ext>
            </a:extLst>
          </p:cNvPr>
          <p:cNvSpPr txBox="1"/>
          <p:nvPr/>
        </p:nvSpPr>
        <p:spPr>
          <a:xfrm>
            <a:off x="4905845" y="2062873"/>
            <a:ext cx="3477142" cy="2546851"/>
          </a:xfrm>
          <a:prstGeom prst="rect">
            <a:avLst/>
          </a:prstGeom>
          <a:noFill/>
        </p:spPr>
        <p:txBody>
          <a:bodyPr wrap="square" lIns="91440" tIns="45720" rIns="91440" bIns="45720" rtlCol="0" anchor="t">
            <a:spAutoFit/>
          </a:bodyPr>
          <a:lstStyle/>
          <a:p>
            <a:pPr marL="171450" marR="0" lvl="0" indent="-171450" algn="l" defTabSz="913943"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CLTech Roobert" pitchFamily="50" charset="0"/>
                <a:ea typeface="MS PGothic" pitchFamily="34" charset="-128"/>
                <a:cs typeface="HCLTech Roobert" pitchFamily="50" charset="0"/>
              </a:rPr>
              <a:t>Design and build target solution elements</a:t>
            </a:r>
          </a:p>
          <a:p>
            <a:pPr marL="628650" lvl="1" indent="-171450" defTabSz="913943" eaLnBrk="0" fontAlgn="base" hangingPunct="0">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pitchFamily="50" charset="0"/>
                <a:ea typeface="MS PGothic" pitchFamily="34" charset="-128"/>
                <a:cs typeface="HCLTech Roobert" pitchFamily="50" charset="0"/>
              </a:rPr>
              <a:t>Power App for screens / UI elements </a:t>
            </a:r>
          </a:p>
          <a:p>
            <a:pPr marL="628650" lvl="1" indent="-171450" defTabSz="913943" eaLnBrk="0" fontAlgn="base" hangingPunct="0">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a:ea typeface="MS PGothic"/>
                <a:cs typeface="HCLTech Roobert"/>
              </a:rPr>
              <a:t>Power Automate workflows and sending notification through outlook.</a:t>
            </a:r>
          </a:p>
          <a:p>
            <a:pPr marL="628650" lvl="1" indent="-171450" defTabSz="913943">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a:ea typeface="MS PGothic"/>
                <a:cs typeface="HCLTech Roobert"/>
              </a:rPr>
              <a:t>Power BI reports</a:t>
            </a:r>
            <a:endParaRPr lang="en-US" sz="1100">
              <a:solidFill>
                <a:srgbClr val="000000"/>
              </a:solidFill>
              <a:latin typeface="HCLTech Roobert" pitchFamily="50" charset="0"/>
              <a:ea typeface="MS PGothic" pitchFamily="34" charset="-128"/>
              <a:cs typeface="HCLTech Roobert" pitchFamily="50" charset="0"/>
            </a:endParaRPr>
          </a:p>
          <a:p>
            <a:pPr marL="171450" indent="-171450" defTabSz="913943">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a:ea typeface="MS PGothic"/>
                <a:cs typeface="HCLTech Roobert"/>
              </a:rPr>
              <a:t>Validation of implemented functionality</a:t>
            </a:r>
          </a:p>
          <a:p>
            <a:pPr marL="171450" lvl="0" indent="-171450" defTabSz="913943" eaLnBrk="0" fontAlgn="base" hangingPunct="0">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a:ea typeface="MS PGothic"/>
                <a:cs typeface="HCLTech Roobert"/>
              </a:rPr>
              <a:t>UAT would be performed with limited users</a:t>
            </a:r>
          </a:p>
          <a:p>
            <a:pPr marL="171450" indent="-171450" defTabSz="913943" eaLnBrk="0" fontAlgn="base" hangingPunct="0">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pitchFamily="50" charset="0"/>
                <a:ea typeface="MS PGothic" pitchFamily="34" charset="-128"/>
                <a:cs typeface="HCLTech Roobert" pitchFamily="50" charset="0"/>
              </a:rPr>
              <a:t>UAT feedback incorporation</a:t>
            </a:r>
          </a:p>
          <a:p>
            <a:pPr marL="171450" indent="-171450" defTabSz="913943" eaLnBrk="0" fontAlgn="base" hangingPunct="0">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pitchFamily="50" charset="0"/>
                <a:ea typeface="MS PGothic" pitchFamily="34" charset="-128"/>
                <a:cs typeface="HCLTech Roobert" pitchFamily="50" charset="0"/>
              </a:rPr>
              <a:t>Issues Remediation</a:t>
            </a:r>
          </a:p>
          <a:p>
            <a:pPr marL="171450" indent="-171450" defTabSz="913943" eaLnBrk="0" fontAlgn="base" hangingPunct="0">
              <a:spcBef>
                <a:spcPct val="0"/>
              </a:spcBef>
              <a:spcAft>
                <a:spcPct val="0"/>
              </a:spcAft>
              <a:buFont typeface="Arial" panose="020B0604020202020204" pitchFamily="34" charset="0"/>
              <a:buChar char="•"/>
              <a:defRPr/>
            </a:pPr>
            <a:endParaRPr lang="en-US" sz="1100">
              <a:solidFill>
                <a:srgbClr val="000000"/>
              </a:solidFill>
              <a:latin typeface="HCLTech Roobert" pitchFamily="50" charset="0"/>
              <a:ea typeface="MS PGothic" pitchFamily="34" charset="-128"/>
              <a:cs typeface="HCLTech Roobert" pitchFamily="50" charset="0"/>
            </a:endParaRPr>
          </a:p>
        </p:txBody>
      </p:sp>
      <p:sp>
        <p:nvSpPr>
          <p:cNvPr id="13" name="TextBox 12">
            <a:extLst>
              <a:ext uri="{FF2B5EF4-FFF2-40B4-BE49-F238E27FC236}">
                <a16:creationId xmlns:a16="http://schemas.microsoft.com/office/drawing/2014/main" id="{5E3A1401-4FC5-1684-550D-A6A90AA4EAC3}"/>
              </a:ext>
            </a:extLst>
          </p:cNvPr>
          <p:cNvSpPr txBox="1"/>
          <p:nvPr/>
        </p:nvSpPr>
        <p:spPr>
          <a:xfrm>
            <a:off x="10222723" y="2145620"/>
            <a:ext cx="1442761" cy="1332994"/>
          </a:xfrm>
          <a:prstGeom prst="rect">
            <a:avLst/>
          </a:prstGeom>
          <a:noFill/>
        </p:spPr>
        <p:txBody>
          <a:bodyPr wrap="square" lIns="91440" tIns="45720" rIns="91440" bIns="45720" rtlCol="0" anchor="t">
            <a:spAutoFit/>
          </a:bodyPr>
          <a:lstStyle/>
          <a:p>
            <a:pPr marL="171450" marR="0" lvl="0" indent="-171450" algn="l" defTabSz="913943" rtl="0"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sz="1100" i="0" u="none" strike="noStrike" kern="1200" cap="none" spc="0" normalizeH="0" baseline="0" noProof="0">
                <a:ln>
                  <a:noFill/>
                </a:ln>
                <a:solidFill>
                  <a:srgbClr val="000000"/>
                </a:solidFill>
                <a:effectLst/>
                <a:uLnTx/>
                <a:uFillTx/>
                <a:latin typeface="HCLTech Roobert" pitchFamily="50" charset="0"/>
                <a:ea typeface="MS PGothic" pitchFamily="34" charset="-128"/>
                <a:cs typeface="HCLTech Roobert" pitchFamily="50" charset="0"/>
              </a:rPr>
              <a:t>Post Rollout Support</a:t>
            </a:r>
          </a:p>
          <a:p>
            <a:pPr marL="171450" indent="-171450" defTabSz="913943" eaLnBrk="0" fontAlgn="base" hangingPunct="0">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a:ea typeface="MS PGothic"/>
                <a:cs typeface="HCLTech Roobert"/>
              </a:rPr>
              <a:t>Handover</a:t>
            </a:r>
            <a:r>
              <a:rPr kumimoji="0" lang="en-US" sz="1100" i="0" u="none" strike="noStrike" kern="1200" cap="none" spc="0" normalizeH="0" baseline="0" noProof="0">
                <a:ln>
                  <a:noFill/>
                </a:ln>
                <a:solidFill>
                  <a:srgbClr val="000000"/>
                </a:solidFill>
                <a:effectLst/>
                <a:uLnTx/>
                <a:uFillTx/>
                <a:latin typeface="HCLTech Roobert"/>
                <a:ea typeface="MS PGothic"/>
                <a:cs typeface="HCLTech Roobert"/>
              </a:rPr>
              <a:t> to Application Support Team</a:t>
            </a:r>
          </a:p>
        </p:txBody>
      </p:sp>
      <p:sp>
        <p:nvSpPr>
          <p:cNvPr id="15" name="TextBox 14">
            <a:extLst>
              <a:ext uri="{FF2B5EF4-FFF2-40B4-BE49-F238E27FC236}">
                <a16:creationId xmlns:a16="http://schemas.microsoft.com/office/drawing/2014/main" id="{28E6704A-C5BF-4D3A-96E2-61223716094B}"/>
              </a:ext>
            </a:extLst>
          </p:cNvPr>
          <p:cNvSpPr txBox="1"/>
          <p:nvPr/>
        </p:nvSpPr>
        <p:spPr>
          <a:xfrm>
            <a:off x="4989409" y="5075589"/>
            <a:ext cx="1499800" cy="369332"/>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3C91FF">
                    <a:lumMod val="50000"/>
                  </a:srgbClr>
                </a:solidFill>
                <a:effectLst/>
                <a:uLnTx/>
                <a:uFillTx/>
                <a:latin typeface="HCLTech Roobert" pitchFamily="50" charset="0"/>
                <a:cs typeface="HCLTech Roobert" pitchFamily="50" charset="0"/>
              </a:rPr>
              <a:t>Sprint (1</a:t>
            </a:r>
            <a:r>
              <a:rPr lang="en-US" b="1">
                <a:solidFill>
                  <a:srgbClr val="3C91FF">
                    <a:lumMod val="50000"/>
                  </a:srgbClr>
                </a:solidFill>
                <a:latin typeface="HCLTech Roobert" pitchFamily="50" charset="0"/>
                <a:cs typeface="HCLTech Roobert" pitchFamily="50" charset="0"/>
              </a:rPr>
              <a:t> &amp; 2</a:t>
            </a:r>
            <a:r>
              <a:rPr kumimoji="0" lang="en-US" sz="1800" b="1" i="0" u="none" strike="noStrike" kern="1200" cap="none" spc="0" normalizeH="0" baseline="0" noProof="0">
                <a:ln>
                  <a:noFill/>
                </a:ln>
                <a:solidFill>
                  <a:srgbClr val="3C91FF">
                    <a:lumMod val="50000"/>
                  </a:srgbClr>
                </a:solidFill>
                <a:effectLst/>
                <a:uLnTx/>
                <a:uFillTx/>
                <a:latin typeface="HCLTech Roobert" pitchFamily="50" charset="0"/>
                <a:cs typeface="HCLTech Roobert" pitchFamily="50" charset="0"/>
              </a:rPr>
              <a:t>)</a:t>
            </a:r>
          </a:p>
        </p:txBody>
      </p:sp>
      <p:pic>
        <p:nvPicPr>
          <p:cNvPr id="16" name="Picture 15">
            <a:extLst>
              <a:ext uri="{FF2B5EF4-FFF2-40B4-BE49-F238E27FC236}">
                <a16:creationId xmlns:a16="http://schemas.microsoft.com/office/drawing/2014/main" id="{59C7EACD-4F7A-838E-758E-86391A445908}"/>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5124536" y="4694363"/>
            <a:ext cx="427360" cy="427360"/>
          </a:xfrm>
          <a:prstGeom prst="rect">
            <a:avLst/>
          </a:prstGeom>
        </p:spPr>
      </p:pic>
      <p:sp>
        <p:nvSpPr>
          <p:cNvPr id="17" name="Rectangle 16">
            <a:extLst>
              <a:ext uri="{FF2B5EF4-FFF2-40B4-BE49-F238E27FC236}">
                <a16:creationId xmlns:a16="http://schemas.microsoft.com/office/drawing/2014/main" id="{0A902662-6ECD-EBEE-8D1D-3E5924DCDD62}"/>
              </a:ext>
            </a:extLst>
          </p:cNvPr>
          <p:cNvSpPr/>
          <p:nvPr/>
        </p:nvSpPr>
        <p:spPr bwMode="auto">
          <a:xfrm>
            <a:off x="113157" y="5420308"/>
            <a:ext cx="4572062" cy="539597"/>
          </a:xfrm>
          <a:prstGeom prst="rect">
            <a:avLst/>
          </a:prstGeom>
          <a:ln>
            <a:headEnd type="none" w="sm" len="sm"/>
            <a:tailEnd type="triangle" w="med" len="med"/>
          </a:ln>
        </p:spPr>
        <p:style>
          <a:lnRef idx="0">
            <a:schemeClr val="accent1"/>
          </a:lnRef>
          <a:fillRef idx="3">
            <a:schemeClr val="accent1"/>
          </a:fillRef>
          <a:effectRef idx="3">
            <a:schemeClr val="accent1"/>
          </a:effectRef>
          <a:fontRef idx="minor">
            <a:schemeClr val="lt1"/>
          </a:fontRef>
        </p:style>
        <p:txBody>
          <a:bodyPr vert="horz" wrap="none" lIns="91386" tIns="45692" rIns="91386" bIns="45692" numCol="1" rtlCol="0" anchor="ctr" anchorCtr="0" compatLnSpc="1">
            <a:prstTxWarp prst="textNoShape">
              <a:avLst/>
            </a:prstTxWarp>
          </a:bodyPr>
          <a:lstStyle/>
          <a:p>
            <a:pPr marL="0" marR="0" lvl="0" indent="0" algn="ctr" defTabSz="913943"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S PGothic" pitchFamily="34" charset="-128"/>
              <a:cs typeface="Calibri" panose="020F0502020204030204" pitchFamily="34" charset="0"/>
            </a:endParaRPr>
          </a:p>
        </p:txBody>
      </p:sp>
      <p:sp>
        <p:nvSpPr>
          <p:cNvPr id="18" name="TextBox 17">
            <a:extLst>
              <a:ext uri="{FF2B5EF4-FFF2-40B4-BE49-F238E27FC236}">
                <a16:creationId xmlns:a16="http://schemas.microsoft.com/office/drawing/2014/main" id="{7B914DD0-5E25-469F-63F6-73BF1F1832D7}"/>
              </a:ext>
            </a:extLst>
          </p:cNvPr>
          <p:cNvSpPr txBox="1"/>
          <p:nvPr/>
        </p:nvSpPr>
        <p:spPr>
          <a:xfrm>
            <a:off x="179037" y="5486688"/>
            <a:ext cx="4492248" cy="276999"/>
          </a:xfrm>
          <a:prstGeom prst="rect">
            <a:avLst/>
          </a:prstGeom>
          <a:noFill/>
        </p:spPr>
        <p:txBody>
          <a:bodyPr wrap="square" rtlCol="0">
            <a:spAutoFit/>
          </a:bodyPr>
          <a:lstStyle/>
          <a:p>
            <a:pPr marL="0" marR="0" lvl="0" indent="0" algn="l" defTabSz="913943"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5EC1EF">
                    <a:lumMod val="40000"/>
                    <a:lumOff val="60000"/>
                  </a:srgbClr>
                </a:solidFill>
                <a:effectLst/>
                <a:uLnTx/>
                <a:uFillTx/>
                <a:latin typeface="HCLTech Roobert"/>
                <a:ea typeface="MS PGothic" pitchFamily="34" charset="-128"/>
                <a:cs typeface="Calibri" panose="020F0502020204030204" pitchFamily="34" charset="0"/>
              </a:rPr>
              <a:t>Deliverable:</a:t>
            </a:r>
            <a:r>
              <a:rPr kumimoji="0" lang="en-US" sz="1200" b="1" i="0" u="none" strike="noStrike" kern="1200" cap="none" spc="0" normalizeH="0" baseline="0" noProof="0">
                <a:ln>
                  <a:noFill/>
                </a:ln>
                <a:solidFill>
                  <a:srgbClr val="FFFFFF"/>
                </a:solidFill>
                <a:effectLst/>
                <a:uLnTx/>
                <a:uFillTx/>
                <a:latin typeface="HCLTech Roobert"/>
                <a:ea typeface="MS PGothic" pitchFamily="34" charset="-128"/>
                <a:cs typeface="Calibri" panose="020F0502020204030204" pitchFamily="34" charset="0"/>
              </a:rPr>
              <a:t> Solution Report</a:t>
            </a:r>
          </a:p>
        </p:txBody>
      </p:sp>
      <p:sp>
        <p:nvSpPr>
          <p:cNvPr id="19" name="Rectangle 18">
            <a:extLst>
              <a:ext uri="{FF2B5EF4-FFF2-40B4-BE49-F238E27FC236}">
                <a16:creationId xmlns:a16="http://schemas.microsoft.com/office/drawing/2014/main" id="{611070E9-7D82-0FDE-6F2B-62949821851F}"/>
              </a:ext>
            </a:extLst>
          </p:cNvPr>
          <p:cNvSpPr/>
          <p:nvPr/>
        </p:nvSpPr>
        <p:spPr bwMode="auto">
          <a:xfrm>
            <a:off x="4839963" y="5420308"/>
            <a:ext cx="5227055" cy="539597"/>
          </a:xfrm>
          <a:prstGeom prst="rect">
            <a:avLst/>
          </a:prstGeom>
          <a:ln>
            <a:headEnd type="none" w="sm" len="sm"/>
            <a:tailEnd type="triangle" w="med" len="med"/>
          </a:ln>
        </p:spPr>
        <p:style>
          <a:lnRef idx="0">
            <a:schemeClr val="accent1"/>
          </a:lnRef>
          <a:fillRef idx="3">
            <a:schemeClr val="accent1"/>
          </a:fillRef>
          <a:effectRef idx="3">
            <a:schemeClr val="accent1"/>
          </a:effectRef>
          <a:fontRef idx="minor">
            <a:schemeClr val="lt1"/>
          </a:fontRef>
        </p:style>
        <p:txBody>
          <a:bodyPr vert="horz" wrap="none" lIns="91386" tIns="45692" rIns="91386" bIns="45692" numCol="1" rtlCol="0" anchor="ctr" anchorCtr="0" compatLnSpc="1">
            <a:prstTxWarp prst="textNoShape">
              <a:avLst/>
            </a:prstTxWarp>
          </a:bodyPr>
          <a:lstStyle/>
          <a:p>
            <a:pPr marL="0" marR="0" lvl="0" indent="0" algn="ctr" defTabSz="913943"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S PGothic" pitchFamily="34" charset="-128"/>
              <a:cs typeface="Calibri" panose="020F0502020204030204" pitchFamily="34" charset="0"/>
            </a:endParaRPr>
          </a:p>
        </p:txBody>
      </p:sp>
      <p:sp>
        <p:nvSpPr>
          <p:cNvPr id="20" name="TextBox 19">
            <a:extLst>
              <a:ext uri="{FF2B5EF4-FFF2-40B4-BE49-F238E27FC236}">
                <a16:creationId xmlns:a16="http://schemas.microsoft.com/office/drawing/2014/main" id="{1BBC75B5-AA4D-0B84-0899-CAAD15E8D6F0}"/>
              </a:ext>
            </a:extLst>
          </p:cNvPr>
          <p:cNvSpPr txBox="1"/>
          <p:nvPr/>
        </p:nvSpPr>
        <p:spPr>
          <a:xfrm>
            <a:off x="4905844" y="5498240"/>
            <a:ext cx="4492248" cy="276999"/>
          </a:xfrm>
          <a:prstGeom prst="rect">
            <a:avLst/>
          </a:prstGeom>
          <a:noFill/>
        </p:spPr>
        <p:txBody>
          <a:bodyPr wrap="square" lIns="91440" tIns="45720" rIns="91440" bIns="45720" rtlCol="0" anchor="t">
            <a:spAutoFit/>
          </a:bodyPr>
          <a:lstStyle/>
          <a:p>
            <a:pPr marL="0" marR="0" lvl="0" indent="0" algn="l" defTabSz="913943" rtl="0" eaLnBrk="0" fontAlgn="base" latinLnBrk="0" hangingPunct="0">
              <a:lnSpc>
                <a:spcPct val="100000"/>
              </a:lnSpc>
              <a:spcBef>
                <a:spcPct val="0"/>
              </a:spcBef>
              <a:spcAft>
                <a:spcPct val="0"/>
              </a:spcAft>
              <a:buClrTx/>
              <a:buSzTx/>
              <a:buFontTx/>
              <a:buNone/>
              <a:tabLst/>
              <a:defRPr/>
            </a:pPr>
            <a:r>
              <a:rPr lang="en-US" sz="1100" b="1">
                <a:solidFill>
                  <a:srgbClr val="5EC1EF">
                    <a:lumMod val="40000"/>
                    <a:lumOff val="60000"/>
                  </a:srgbClr>
                </a:solidFill>
                <a:latin typeface="HCLTech Roobert"/>
                <a:ea typeface="MS PGothic"/>
                <a:cs typeface="Calibri"/>
              </a:rPr>
              <a:t>Deliverable(s)</a:t>
            </a:r>
            <a:r>
              <a:rPr kumimoji="0" lang="en-US" sz="1200" b="1" i="0" u="none" strike="noStrike" kern="1200" cap="none" spc="0" normalizeH="0" baseline="0" noProof="0">
                <a:ln>
                  <a:noFill/>
                </a:ln>
                <a:solidFill>
                  <a:schemeClr val="accent4"/>
                </a:solidFill>
                <a:effectLst/>
                <a:uLnTx/>
                <a:uFillTx/>
                <a:latin typeface="HCLTech Roobert"/>
                <a:ea typeface="MS PGothic"/>
                <a:cs typeface="Calibri"/>
              </a:rPr>
              <a:t>:: </a:t>
            </a:r>
            <a:r>
              <a:rPr kumimoji="0" lang="en-US" sz="1200" b="1" i="0" u="none" strike="noStrike" kern="1200" cap="none" spc="0" normalizeH="0" baseline="0" noProof="0">
                <a:ln>
                  <a:noFill/>
                </a:ln>
                <a:solidFill>
                  <a:srgbClr val="FFFFFF"/>
                </a:solidFill>
                <a:effectLst/>
                <a:uLnTx/>
                <a:uFillTx/>
                <a:latin typeface="HCLTech Roobert"/>
                <a:ea typeface="MS PGothic"/>
                <a:cs typeface="Calibri"/>
              </a:rPr>
              <a:t>Signed-off Power Platform Applications </a:t>
            </a:r>
            <a:endParaRPr lang="en-US" sz="1200" b="1" i="0" u="none" strike="noStrike" kern="1200" cap="none" spc="0" normalizeH="0" baseline="0" noProof="0">
              <a:ln>
                <a:noFill/>
              </a:ln>
              <a:solidFill>
                <a:srgbClr val="FFFFFF"/>
              </a:solidFill>
              <a:effectLst/>
              <a:uLnTx/>
              <a:uFillTx/>
              <a:latin typeface="HCLTech Roobert"/>
              <a:ea typeface="MS PGothic"/>
              <a:cs typeface="Calibri"/>
            </a:endParaRPr>
          </a:p>
        </p:txBody>
      </p:sp>
      <p:pic>
        <p:nvPicPr>
          <p:cNvPr id="8" name="object 9">
            <a:extLst>
              <a:ext uri="{FF2B5EF4-FFF2-40B4-BE49-F238E27FC236}">
                <a16:creationId xmlns:a16="http://schemas.microsoft.com/office/drawing/2014/main" id="{68D13D4F-62AB-2218-061C-B8F9DBA1DDE5}"/>
              </a:ext>
              <a:ext uri="{C183D7F6-B498-43B3-948B-1728B52AA6E4}">
                <adec:decorative xmlns:adec="http://schemas.microsoft.com/office/drawing/2017/decorative" val="1"/>
              </a:ext>
            </a:extLst>
          </p:cNvPr>
          <p:cNvPicPr/>
          <p:nvPr/>
        </p:nvPicPr>
        <p:blipFill>
          <a:blip r:embed="rId7" cstate="screen">
            <a:extLst>
              <a:ext uri="{28A0092B-C50C-407E-A947-70E740481C1C}">
                <a14:useLocalDpi xmlns:a14="http://schemas.microsoft.com/office/drawing/2010/main"/>
              </a:ext>
            </a:extLst>
          </a:blip>
          <a:stretch>
            <a:fillRect/>
          </a:stretch>
        </p:blipFill>
        <p:spPr>
          <a:xfrm>
            <a:off x="11206" y="21722"/>
            <a:ext cx="12192000" cy="632700"/>
          </a:xfrm>
          <a:prstGeom prst="rect">
            <a:avLst/>
          </a:prstGeom>
        </p:spPr>
      </p:pic>
      <p:sp>
        <p:nvSpPr>
          <p:cNvPr id="22" name="Text 0">
            <a:extLst>
              <a:ext uri="{FF2B5EF4-FFF2-40B4-BE49-F238E27FC236}">
                <a16:creationId xmlns:a16="http://schemas.microsoft.com/office/drawing/2014/main" id="{65E6EF2F-08BA-5115-A868-FD1F29AAD8CA}"/>
              </a:ext>
            </a:extLst>
          </p:cNvPr>
          <p:cNvSpPr/>
          <p:nvPr/>
        </p:nvSpPr>
        <p:spPr>
          <a:xfrm>
            <a:off x="139503" y="140387"/>
            <a:ext cx="11194929" cy="415363"/>
          </a:xfrm>
          <a:prstGeom prst="rect">
            <a:avLst/>
          </a:prstGeom>
          <a:noFill/>
          <a:ln/>
        </p:spPr>
        <p:txBody>
          <a:bodyPr wrap="square" lIns="0" tIns="0" rIns="0" bIns="0" rtlCol="0" anchor="ctr"/>
          <a:lstStyle/>
          <a:p>
            <a:r>
              <a:rPr lang="en-US" sz="2400" b="1">
                <a:solidFill>
                  <a:srgbClr val="FFFFFF"/>
                </a:solidFill>
                <a:latin typeface="HCLTech Roobert ExtraBold"/>
                <a:ea typeface="+mj-ea"/>
                <a:cs typeface="HCLTech Roobert ExtraBold"/>
              </a:rPr>
              <a:t>Execution Approach</a:t>
            </a:r>
            <a:endParaRPr lang="en-US">
              <a:ea typeface="+mj-ea"/>
            </a:endParaRPr>
          </a:p>
        </p:txBody>
      </p:sp>
      <p:sp>
        <p:nvSpPr>
          <p:cNvPr id="7" name="Rectangle 6">
            <a:extLst>
              <a:ext uri="{FF2B5EF4-FFF2-40B4-BE49-F238E27FC236}">
                <a16:creationId xmlns:a16="http://schemas.microsoft.com/office/drawing/2014/main" id="{ED8AFD96-225A-5C25-212A-F2235729283D}"/>
              </a:ext>
            </a:extLst>
          </p:cNvPr>
          <p:cNvSpPr/>
          <p:nvPr/>
        </p:nvSpPr>
        <p:spPr bwMode="auto">
          <a:xfrm>
            <a:off x="10222723" y="5420308"/>
            <a:ext cx="1550659" cy="539597"/>
          </a:xfrm>
          <a:prstGeom prst="rect">
            <a:avLst/>
          </a:prstGeom>
          <a:ln>
            <a:headEnd type="none" w="sm" len="sm"/>
            <a:tailEnd type="triangle" w="med" len="med"/>
          </a:ln>
        </p:spPr>
        <p:style>
          <a:lnRef idx="0">
            <a:schemeClr val="accent1"/>
          </a:lnRef>
          <a:fillRef idx="3">
            <a:schemeClr val="accent1"/>
          </a:fillRef>
          <a:effectRef idx="3">
            <a:schemeClr val="accent1"/>
          </a:effectRef>
          <a:fontRef idx="minor">
            <a:schemeClr val="lt1"/>
          </a:fontRef>
        </p:style>
        <p:txBody>
          <a:bodyPr vert="horz" wrap="none" lIns="91386" tIns="45692" rIns="91386" bIns="45692" numCol="1" rtlCol="0" anchor="ctr" anchorCtr="0" compatLnSpc="1">
            <a:prstTxWarp prst="textNoShape">
              <a:avLst/>
            </a:prstTxWarp>
          </a:bodyPr>
          <a:lstStyle/>
          <a:p>
            <a:pPr lvl="0" algn="ctr" defTabSz="913943" eaLnBrk="0" fontAlgn="base" hangingPunct="0">
              <a:spcBef>
                <a:spcPct val="0"/>
              </a:spcBef>
              <a:spcAft>
                <a:spcPct val="0"/>
              </a:spcAft>
              <a:defRPr/>
            </a:pPr>
            <a:r>
              <a:rPr lang="en-US" sz="1200" b="1">
                <a:solidFill>
                  <a:srgbClr val="5EC1EF">
                    <a:lumMod val="40000"/>
                    <a:lumOff val="60000"/>
                  </a:srgbClr>
                </a:solidFill>
                <a:latin typeface="HCLTech Roobert" panose="020B0504030202060203" pitchFamily="2" charset="0"/>
                <a:ea typeface="MS PGothic"/>
                <a:cs typeface="HCLTech Roobert" panose="020B0504030202060203" pitchFamily="2" charset="0"/>
              </a:rPr>
              <a:t>Deliverable(s)</a:t>
            </a:r>
            <a:r>
              <a:rPr lang="en-US" sz="1200" b="1">
                <a:solidFill>
                  <a:schemeClr val="accent4"/>
                </a:solidFill>
                <a:latin typeface="HCLTech Roobert" panose="020B0504030202060203" pitchFamily="2" charset="0"/>
                <a:ea typeface="MS PGothic"/>
                <a:cs typeface="HCLTech Roobert" panose="020B0504030202060203" pitchFamily="2" charset="0"/>
              </a:rPr>
              <a:t>:: </a:t>
            </a:r>
          </a:p>
          <a:p>
            <a:pPr lvl="0" algn="ctr" defTabSz="913943" eaLnBrk="0" fontAlgn="base" hangingPunct="0">
              <a:spcBef>
                <a:spcPct val="0"/>
              </a:spcBef>
              <a:spcAft>
                <a:spcPct val="0"/>
              </a:spcAft>
              <a:defRPr/>
            </a:pPr>
            <a:r>
              <a:rPr kumimoji="0" lang="en-US" sz="1100" b="1" i="0" u="none" strike="noStrike" kern="1200" cap="none" spc="0" normalizeH="0" baseline="0" noProof="0">
                <a:ln>
                  <a:noFill/>
                </a:ln>
                <a:solidFill>
                  <a:srgbClr val="FFFFFF"/>
                </a:solidFill>
                <a:effectLst/>
                <a:uLnTx/>
                <a:uFillTx/>
                <a:latin typeface="HCLTech Roobert" panose="020B0504030202060203" pitchFamily="2" charset="0"/>
                <a:ea typeface="MS PGothic" pitchFamily="34" charset="-128"/>
                <a:cs typeface="HCLTech Roobert" panose="020B0504030202060203" pitchFamily="2" charset="0"/>
              </a:rPr>
              <a:t>Handover to Support</a:t>
            </a:r>
          </a:p>
        </p:txBody>
      </p:sp>
      <p:sp>
        <p:nvSpPr>
          <p:cNvPr id="21" name="TextBox 20">
            <a:extLst>
              <a:ext uri="{FF2B5EF4-FFF2-40B4-BE49-F238E27FC236}">
                <a16:creationId xmlns:a16="http://schemas.microsoft.com/office/drawing/2014/main" id="{963DA081-B0A3-4C84-C2B5-F88B6038606F}"/>
              </a:ext>
            </a:extLst>
          </p:cNvPr>
          <p:cNvSpPr txBox="1"/>
          <p:nvPr/>
        </p:nvSpPr>
        <p:spPr>
          <a:xfrm>
            <a:off x="8569815" y="2078732"/>
            <a:ext cx="1497203" cy="2094741"/>
          </a:xfrm>
          <a:prstGeom prst="rect">
            <a:avLst/>
          </a:prstGeom>
          <a:noFill/>
        </p:spPr>
        <p:txBody>
          <a:bodyPr wrap="square" lIns="91440" tIns="45720" rIns="91440" bIns="45720" rtlCol="0" anchor="t">
            <a:spAutoFit/>
          </a:bodyPr>
          <a:lstStyle/>
          <a:p>
            <a:pPr marL="171450" indent="-171450" defTabSz="913943" eaLnBrk="0" fontAlgn="base" hangingPunct="0">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a:ea typeface="MS PGothic"/>
                <a:cs typeface="HCLTech Roobert"/>
              </a:rPr>
              <a:t>Key stakeholders would need to approve and provide sign off for deployment</a:t>
            </a:r>
          </a:p>
          <a:p>
            <a:pPr marL="171450" indent="-171450" defTabSz="913943" eaLnBrk="0" fontAlgn="base" hangingPunct="0">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a:ea typeface="MS PGothic"/>
                <a:cs typeface="HCLTech Roobert"/>
              </a:rPr>
              <a:t>Go Live Preparation</a:t>
            </a:r>
          </a:p>
          <a:p>
            <a:pPr marL="171450" indent="-171450" defTabSz="913943" eaLnBrk="0" fontAlgn="base" hangingPunct="0">
              <a:lnSpc>
                <a:spcPct val="150000"/>
              </a:lnSpc>
              <a:spcBef>
                <a:spcPct val="0"/>
              </a:spcBef>
              <a:spcAft>
                <a:spcPct val="0"/>
              </a:spcAft>
              <a:buFont typeface="Arial" panose="020B0604020202020204" pitchFamily="34" charset="0"/>
              <a:buChar char="•"/>
              <a:defRPr/>
            </a:pPr>
            <a:r>
              <a:rPr lang="en-US" sz="1100">
                <a:solidFill>
                  <a:srgbClr val="000000"/>
                </a:solidFill>
                <a:latin typeface="HCLTech Roobert"/>
                <a:ea typeface="MS PGothic"/>
                <a:cs typeface="HCLTech Roobert"/>
              </a:rPr>
              <a:t>Go Live</a:t>
            </a:r>
            <a:endParaRPr lang="en-US">
              <a:cs typeface="HCLTech Roobert Light"/>
            </a:endParaRPr>
          </a:p>
        </p:txBody>
      </p:sp>
      <p:sp>
        <p:nvSpPr>
          <p:cNvPr id="24" name="Arrow: Striped Right 23">
            <a:extLst>
              <a:ext uri="{FF2B5EF4-FFF2-40B4-BE49-F238E27FC236}">
                <a16:creationId xmlns:a16="http://schemas.microsoft.com/office/drawing/2014/main" id="{5D66606A-8D42-13C3-EFB7-65D6EC3D8FF9}"/>
              </a:ext>
            </a:extLst>
          </p:cNvPr>
          <p:cNvSpPr/>
          <p:nvPr/>
        </p:nvSpPr>
        <p:spPr>
          <a:xfrm>
            <a:off x="5817736" y="4667372"/>
            <a:ext cx="2501950" cy="369332"/>
          </a:xfrm>
          <a:prstGeom prst="striped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252000" rIns="288000" bIns="288000" rtlCol="0" anchor="t" anchorCtr="0"/>
          <a:lstStyle/>
          <a:p>
            <a:pPr algn="l"/>
            <a:endParaRPr lang="en-US" err="1">
              <a:solidFill>
                <a:schemeClr val="tx1"/>
              </a:solidFill>
            </a:endParaRPr>
          </a:p>
        </p:txBody>
      </p:sp>
    </p:spTree>
    <p:extLst>
      <p:ext uri="{BB962C8B-B14F-4D97-AF65-F5344CB8AC3E}">
        <p14:creationId xmlns:p14="http://schemas.microsoft.com/office/powerpoint/2010/main" val="2356642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9569D-782B-6AE3-DD14-C0451C85F33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F6B375D-2F6E-9EF2-55E6-102CAFC7A994}"/>
              </a:ext>
            </a:extLst>
          </p:cNvPr>
          <p:cNvSpPr>
            <a:spLocks/>
          </p:cNvSpPr>
          <p:nvPr/>
        </p:nvSpPr>
        <p:spPr>
          <a:xfrm>
            <a:off x="2086037" y="1146506"/>
            <a:ext cx="8443910" cy="4362493"/>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prstClr val="white"/>
              </a:solidFill>
              <a:effectLst/>
              <a:uLnTx/>
              <a:uFillTx/>
              <a:latin typeface="HCLTech Roobert" panose="020B0504030202060203" pitchFamily="2" charset="0"/>
              <a:cs typeface="HCLTech Roobert" panose="020B0504030202060203" pitchFamily="2" charset="0"/>
            </a:endParaRPr>
          </a:p>
        </p:txBody>
      </p:sp>
      <p:pic>
        <p:nvPicPr>
          <p:cNvPr id="15" name="object 9">
            <a:extLst>
              <a:ext uri="{FF2B5EF4-FFF2-40B4-BE49-F238E27FC236}">
                <a16:creationId xmlns:a16="http://schemas.microsoft.com/office/drawing/2014/main" id="{97377058-EEDA-8E31-BC1B-EE8696FBE0B1}"/>
              </a:ext>
              <a:ext uri="{C183D7F6-B498-43B3-948B-1728B52AA6E4}">
                <adec:decorative xmlns:adec="http://schemas.microsoft.com/office/drawing/2017/decorative" val="1"/>
              </a:ext>
            </a:extLst>
          </p:cNvPr>
          <p:cNvPicPr/>
          <p:nvPr/>
        </p:nvPicPr>
        <p:blipFill>
          <a:blip r:embed="rId3" cstate="screen">
            <a:extLst>
              <a:ext uri="{28A0092B-C50C-407E-A947-70E740481C1C}">
                <a14:useLocalDpi xmlns:a14="http://schemas.microsoft.com/office/drawing/2010/main"/>
              </a:ext>
            </a:extLst>
          </a:blip>
          <a:stretch>
            <a:fillRect/>
          </a:stretch>
        </p:blipFill>
        <p:spPr>
          <a:xfrm>
            <a:off x="11206" y="21722"/>
            <a:ext cx="12192000" cy="632700"/>
          </a:xfrm>
          <a:prstGeom prst="rect">
            <a:avLst/>
          </a:prstGeom>
        </p:spPr>
      </p:pic>
      <p:sp>
        <p:nvSpPr>
          <p:cNvPr id="23" name="Text 0">
            <a:extLst>
              <a:ext uri="{FF2B5EF4-FFF2-40B4-BE49-F238E27FC236}">
                <a16:creationId xmlns:a16="http://schemas.microsoft.com/office/drawing/2014/main" id="{185749A1-62DA-581B-664B-E56448EC132C}"/>
              </a:ext>
            </a:extLst>
          </p:cNvPr>
          <p:cNvSpPr/>
          <p:nvPr/>
        </p:nvSpPr>
        <p:spPr>
          <a:xfrm>
            <a:off x="87312" y="140387"/>
            <a:ext cx="11247120" cy="384048"/>
          </a:xfrm>
          <a:prstGeom prst="rect">
            <a:avLst/>
          </a:prstGeom>
          <a:noFill/>
          <a:ln/>
        </p:spPr>
        <p:txBody>
          <a:bodyPr wrap="square" lIns="0" tIns="0" rIns="0" bIns="0" rtlCol="0" anchor="ctr"/>
          <a:lstStyle/>
          <a:p>
            <a:r>
              <a:rPr lang="en-US" sz="2400" b="1">
                <a:solidFill>
                  <a:srgbClr val="FFFFFF"/>
                </a:solidFill>
                <a:latin typeface="HCLTech Roobert ExtraBold"/>
                <a:ea typeface="+mj-ea"/>
                <a:cs typeface="HCLTech Roobert ExtraBold"/>
              </a:rPr>
              <a:t>Execution Timeline</a:t>
            </a:r>
            <a:endParaRPr lang="en-US">
              <a:ea typeface="+mj-ea"/>
            </a:endParaRPr>
          </a:p>
        </p:txBody>
      </p:sp>
      <p:sp>
        <p:nvSpPr>
          <p:cNvPr id="30" name="Footer Placeholder 10">
            <a:extLst>
              <a:ext uri="{FF2B5EF4-FFF2-40B4-BE49-F238E27FC236}">
                <a16:creationId xmlns:a16="http://schemas.microsoft.com/office/drawing/2014/main" id="{0730E3C2-3935-5A59-645A-2DA886F9E8A4}"/>
              </a:ext>
            </a:extLst>
          </p:cNvPr>
          <p:cNvSpPr>
            <a:spLocks noGrp="1"/>
          </p:cNvSpPr>
          <p:nvPr>
            <p:ph type="ftr" sz="quarter" idx="10"/>
          </p:nvPr>
        </p:nvSpPr>
        <p:spPr>
          <a:xfrm>
            <a:off x="894166" y="6465600"/>
            <a:ext cx="198291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Copyright © </a:t>
            </a:r>
            <a:r>
              <a:rPr lang="en-US">
                <a:solidFill>
                  <a:srgbClr val="000000">
                    <a:alpha val="50000"/>
                  </a:srgbClr>
                </a:solidFill>
                <a:latin typeface="HCLTech Roobert Light"/>
              </a:rPr>
              <a:t>2026</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a:t>
            </a:r>
            <a:r>
              <a:rPr kumimoji="0" lang="en-US" sz="800" b="0" i="0" u="none" strike="noStrike" kern="1200" cap="none" spc="0" normalizeH="0" baseline="0" noProof="0" err="1">
                <a:ln>
                  <a:noFill/>
                </a:ln>
                <a:solidFill>
                  <a:srgbClr val="000000">
                    <a:alpha val="50000"/>
                  </a:srgbClr>
                </a:solidFill>
                <a:effectLst/>
                <a:uLnTx/>
                <a:uFillTx/>
                <a:latin typeface="HCLTech Roobert Light"/>
                <a:ea typeface="+mn-ea"/>
                <a:cs typeface="+mn-cs"/>
              </a:rPr>
              <a:t>HCLTech</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 Confidential</a:t>
            </a:r>
          </a:p>
        </p:txBody>
      </p:sp>
      <p:sp>
        <p:nvSpPr>
          <p:cNvPr id="31" name="Slide Number Placeholder 11">
            <a:extLst>
              <a:ext uri="{FF2B5EF4-FFF2-40B4-BE49-F238E27FC236}">
                <a16:creationId xmlns:a16="http://schemas.microsoft.com/office/drawing/2014/main" id="{60E78D9D-3AE8-9AA1-556F-00BC9963D65B}"/>
              </a:ext>
            </a:extLst>
          </p:cNvPr>
          <p:cNvSpPr>
            <a:spLocks noGrp="1"/>
          </p:cNvSpPr>
          <p:nvPr>
            <p:ph type="sldNum" sz="quarter" idx="11"/>
          </p:nvPr>
        </p:nvSpPr>
        <p:spPr>
          <a:xfrm>
            <a:off x="625671" y="6465600"/>
            <a:ext cx="150682"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E577F39-B882-FB4F-BD46-95C2A231B68A}" type="slidenum">
              <a:rPr kumimoji="0" lang="en-US" sz="800" b="0" i="0" u="none" strike="noStrike" kern="1200" cap="none" spc="0" normalizeH="0" baseline="0" noProof="0" smtClean="0">
                <a:ln>
                  <a:noFill/>
                </a:ln>
                <a:solidFill>
                  <a:srgbClr val="000000">
                    <a:alpha val="50000"/>
                  </a:srgbClr>
                </a:solidFill>
                <a:effectLst/>
                <a:uLnTx/>
                <a:uFillTx/>
                <a:latin typeface="HCLTech Roobert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endParaRPr>
          </a:p>
        </p:txBody>
      </p:sp>
      <p:sp>
        <p:nvSpPr>
          <p:cNvPr id="11" name="Rectangle 10">
            <a:extLst>
              <a:ext uri="{FF2B5EF4-FFF2-40B4-BE49-F238E27FC236}">
                <a16:creationId xmlns:a16="http://schemas.microsoft.com/office/drawing/2014/main" id="{C2542C68-9961-DEB2-3DEA-43C8CCA9EC05}"/>
              </a:ext>
            </a:extLst>
          </p:cNvPr>
          <p:cNvSpPr>
            <a:spLocks/>
          </p:cNvSpPr>
          <p:nvPr/>
        </p:nvSpPr>
        <p:spPr>
          <a:xfrm>
            <a:off x="2086037" y="1349000"/>
            <a:ext cx="9531882" cy="4159999"/>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prstClr val="white"/>
              </a:solidFill>
              <a:effectLst/>
              <a:uLnTx/>
              <a:uFillTx/>
              <a:latin typeface="HCLTech Roobert" panose="020B0504030202060203" pitchFamily="2" charset="0"/>
              <a:cs typeface="HCLTech Roobert" panose="020B0504030202060203" pitchFamily="2" charset="0"/>
            </a:endParaRPr>
          </a:p>
        </p:txBody>
      </p:sp>
      <p:cxnSp>
        <p:nvCxnSpPr>
          <p:cNvPr id="14" name="Straight Connector 13">
            <a:extLst>
              <a:ext uri="{FF2B5EF4-FFF2-40B4-BE49-F238E27FC236}">
                <a16:creationId xmlns:a16="http://schemas.microsoft.com/office/drawing/2014/main" id="{5B4C457E-BAB4-54B6-7C02-96AFF6141ACF}"/>
              </a:ext>
            </a:extLst>
          </p:cNvPr>
          <p:cNvCxnSpPr>
            <a:cxnSpLocks/>
          </p:cNvCxnSpPr>
          <p:nvPr/>
        </p:nvCxnSpPr>
        <p:spPr>
          <a:xfrm>
            <a:off x="3139909" y="1355010"/>
            <a:ext cx="30626" cy="4114800"/>
          </a:xfrm>
          <a:prstGeom prst="line">
            <a:avLst/>
          </a:prstGeom>
          <a:noFill/>
          <a:ln w="9525" cap="flat" cmpd="sng" algn="ctr">
            <a:solidFill>
              <a:sysClr val="window" lastClr="FFFFFF">
                <a:lumMod val="50000"/>
              </a:sysClr>
            </a:solidFill>
            <a:prstDash val="dash"/>
          </a:ln>
          <a:effectLst/>
        </p:spPr>
      </p:cxnSp>
      <p:cxnSp>
        <p:nvCxnSpPr>
          <p:cNvPr id="20" name="Straight Connector 19">
            <a:extLst>
              <a:ext uri="{FF2B5EF4-FFF2-40B4-BE49-F238E27FC236}">
                <a16:creationId xmlns:a16="http://schemas.microsoft.com/office/drawing/2014/main" id="{86FCA052-A52D-6D0E-0658-C09083192EC0}"/>
              </a:ext>
            </a:extLst>
          </p:cNvPr>
          <p:cNvCxnSpPr>
            <a:cxnSpLocks/>
          </p:cNvCxnSpPr>
          <p:nvPr/>
        </p:nvCxnSpPr>
        <p:spPr>
          <a:xfrm>
            <a:off x="7356282" y="1349063"/>
            <a:ext cx="42838" cy="4114800"/>
          </a:xfrm>
          <a:prstGeom prst="line">
            <a:avLst/>
          </a:prstGeom>
          <a:noFill/>
          <a:ln w="9525" cap="flat" cmpd="sng" algn="ctr">
            <a:solidFill>
              <a:sysClr val="window" lastClr="FFFFFF">
                <a:lumMod val="50000"/>
              </a:sysClr>
            </a:solidFill>
            <a:prstDash val="dash"/>
          </a:ln>
          <a:effectLst/>
        </p:spPr>
      </p:cxnSp>
      <p:graphicFrame>
        <p:nvGraphicFramePr>
          <p:cNvPr id="22" name="Table 4">
            <a:extLst>
              <a:ext uri="{FF2B5EF4-FFF2-40B4-BE49-F238E27FC236}">
                <a16:creationId xmlns:a16="http://schemas.microsoft.com/office/drawing/2014/main" id="{CD3D3D32-4B0B-5D90-8438-6597B736CA1C}"/>
              </a:ext>
            </a:extLst>
          </p:cNvPr>
          <p:cNvGraphicFramePr>
            <a:graphicFrameLocks noGrp="1"/>
          </p:cNvGraphicFramePr>
          <p:nvPr/>
        </p:nvGraphicFramePr>
        <p:xfrm>
          <a:off x="2081787" y="1005774"/>
          <a:ext cx="9562714" cy="369332"/>
        </p:xfrm>
        <a:graphic>
          <a:graphicData uri="http://schemas.openxmlformats.org/drawingml/2006/table">
            <a:tbl>
              <a:tblPr firstRow="1" bandRow="1"/>
              <a:tblGrid>
                <a:gridCol w="1109887">
                  <a:extLst>
                    <a:ext uri="{9D8B030D-6E8A-4147-A177-3AD203B41FA5}">
                      <a16:colId xmlns:a16="http://schemas.microsoft.com/office/drawing/2014/main" val="4063837457"/>
                    </a:ext>
                  </a:extLst>
                </a:gridCol>
                <a:gridCol w="1022555">
                  <a:extLst>
                    <a:ext uri="{9D8B030D-6E8A-4147-A177-3AD203B41FA5}">
                      <a16:colId xmlns:a16="http://schemas.microsoft.com/office/drawing/2014/main" val="3335452269"/>
                    </a:ext>
                  </a:extLst>
                </a:gridCol>
                <a:gridCol w="1061884">
                  <a:extLst>
                    <a:ext uri="{9D8B030D-6E8A-4147-A177-3AD203B41FA5}">
                      <a16:colId xmlns:a16="http://schemas.microsoft.com/office/drawing/2014/main" val="141660552"/>
                    </a:ext>
                  </a:extLst>
                </a:gridCol>
                <a:gridCol w="1032387">
                  <a:extLst>
                    <a:ext uri="{9D8B030D-6E8A-4147-A177-3AD203B41FA5}">
                      <a16:colId xmlns:a16="http://schemas.microsoft.com/office/drawing/2014/main" val="379902725"/>
                    </a:ext>
                  </a:extLst>
                </a:gridCol>
                <a:gridCol w="1052051">
                  <a:extLst>
                    <a:ext uri="{9D8B030D-6E8A-4147-A177-3AD203B41FA5}">
                      <a16:colId xmlns:a16="http://schemas.microsoft.com/office/drawing/2014/main" val="70524407"/>
                    </a:ext>
                  </a:extLst>
                </a:gridCol>
                <a:gridCol w="1081549">
                  <a:extLst>
                    <a:ext uri="{9D8B030D-6E8A-4147-A177-3AD203B41FA5}">
                      <a16:colId xmlns:a16="http://schemas.microsoft.com/office/drawing/2014/main" val="3577049540"/>
                    </a:ext>
                  </a:extLst>
                </a:gridCol>
                <a:gridCol w="1012722">
                  <a:extLst>
                    <a:ext uri="{9D8B030D-6E8A-4147-A177-3AD203B41FA5}">
                      <a16:colId xmlns:a16="http://schemas.microsoft.com/office/drawing/2014/main" val="682812309"/>
                    </a:ext>
                  </a:extLst>
                </a:gridCol>
                <a:gridCol w="1101213">
                  <a:extLst>
                    <a:ext uri="{9D8B030D-6E8A-4147-A177-3AD203B41FA5}">
                      <a16:colId xmlns:a16="http://schemas.microsoft.com/office/drawing/2014/main" val="2788712678"/>
                    </a:ext>
                  </a:extLst>
                </a:gridCol>
                <a:gridCol w="1088466">
                  <a:extLst>
                    <a:ext uri="{9D8B030D-6E8A-4147-A177-3AD203B41FA5}">
                      <a16:colId xmlns:a16="http://schemas.microsoft.com/office/drawing/2014/main" val="107917271"/>
                    </a:ext>
                  </a:extLst>
                </a:gridCol>
              </a:tblGrid>
              <a:tr h="369332">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200">
                          <a:latin typeface="HCLTech Roobert" pitchFamily="50" charset="0"/>
                          <a:cs typeface="HCLTech Roobert" pitchFamily="50" charset="0"/>
                        </a:rPr>
                        <a:t>W 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200">
                          <a:latin typeface="HCLTech Roobert" pitchFamily="50" charset="0"/>
                          <a:cs typeface="HCLTech Roobert" pitchFamily="50" charset="0"/>
                        </a:rPr>
                        <a:t>W2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200">
                          <a:latin typeface="HCLTech Roobert" pitchFamily="50" charset="0"/>
                          <a:cs typeface="HCLTech Roobert" pitchFamily="50" charset="0"/>
                        </a:rPr>
                        <a:t>W3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200">
                          <a:latin typeface="HCLTech Roobert" pitchFamily="50" charset="0"/>
                          <a:cs typeface="HCLTech Roobert" pitchFamily="50" charset="0"/>
                        </a:rPr>
                        <a:t>W4</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p>
                      <a:pPr algn="ctr"/>
                      <a:r>
                        <a:rPr lang="en-US" sz="1200" b="1">
                          <a:solidFill>
                            <a:schemeClr val="bg1"/>
                          </a:solidFill>
                          <a:latin typeface="HCLTech Roobert" pitchFamily="50" charset="0"/>
                          <a:cs typeface="HCLTech Roobert" pitchFamily="50" charset="0"/>
                        </a:rPr>
                        <a:t>W5</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p>
                      <a:pPr algn="ctr"/>
                      <a:r>
                        <a:rPr lang="en-US" sz="1200" b="1">
                          <a:solidFill>
                            <a:schemeClr val="bg1"/>
                          </a:solidFill>
                          <a:latin typeface="HCLTech Roobert" pitchFamily="50" charset="0"/>
                          <a:cs typeface="HCLTech Roobert" pitchFamily="50" charset="0"/>
                        </a:rPr>
                        <a:t>W6</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p>
                      <a:pPr algn="ctr"/>
                      <a:r>
                        <a:rPr lang="en-US" sz="1200" b="1">
                          <a:solidFill>
                            <a:schemeClr val="bg1"/>
                          </a:solidFill>
                          <a:latin typeface="HCLTech Roobert" pitchFamily="50" charset="0"/>
                          <a:cs typeface="HCLTech Roobert" pitchFamily="50" charset="0"/>
                        </a:rPr>
                        <a:t>W7</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p>
                      <a:pPr algn="ctr"/>
                      <a:r>
                        <a:rPr lang="en-US" sz="1200" b="1">
                          <a:solidFill>
                            <a:schemeClr val="bg1"/>
                          </a:solidFill>
                          <a:latin typeface="HCLTech Roobert" pitchFamily="50" charset="0"/>
                          <a:cs typeface="HCLTech Roobert" pitchFamily="50" charset="0"/>
                        </a:rPr>
                        <a:t>W8</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tc>
                  <a:txBody>
                    <a:bodyPr/>
                    <a:lstStyle/>
                    <a:p>
                      <a:pPr algn="ctr"/>
                      <a:r>
                        <a:rPr lang="en-US" sz="1200" b="1">
                          <a:solidFill>
                            <a:schemeClr val="bg1"/>
                          </a:solidFill>
                          <a:latin typeface="HCLTech Roobert" pitchFamily="50" charset="0"/>
                          <a:cs typeface="HCLTech Roobert" pitchFamily="50" charset="0"/>
                        </a:rPr>
                        <a:t>W9</a:t>
                      </a:r>
                    </a:p>
                  </a:txBody>
                  <a:tcPr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83584576"/>
                  </a:ext>
                </a:extLst>
              </a:tr>
            </a:tbl>
          </a:graphicData>
        </a:graphic>
      </p:graphicFrame>
      <p:cxnSp>
        <p:nvCxnSpPr>
          <p:cNvPr id="25" name="Straight Connector 24">
            <a:extLst>
              <a:ext uri="{FF2B5EF4-FFF2-40B4-BE49-F238E27FC236}">
                <a16:creationId xmlns:a16="http://schemas.microsoft.com/office/drawing/2014/main" id="{EE4E0A9A-91CC-E9C5-A70C-B9AF8850434A}"/>
              </a:ext>
            </a:extLst>
          </p:cNvPr>
          <p:cNvCxnSpPr>
            <a:cxnSpLocks/>
          </p:cNvCxnSpPr>
          <p:nvPr/>
        </p:nvCxnSpPr>
        <p:spPr>
          <a:xfrm>
            <a:off x="8422815" y="1353749"/>
            <a:ext cx="29789" cy="4114800"/>
          </a:xfrm>
          <a:prstGeom prst="line">
            <a:avLst/>
          </a:prstGeom>
          <a:noFill/>
          <a:ln w="9525" cap="flat" cmpd="sng" algn="ctr">
            <a:solidFill>
              <a:sysClr val="window" lastClr="FFFFFF">
                <a:lumMod val="50000"/>
              </a:sysClr>
            </a:solidFill>
            <a:prstDash val="dash"/>
          </a:ln>
          <a:effectLst/>
        </p:spPr>
      </p:cxnSp>
      <p:graphicFrame>
        <p:nvGraphicFramePr>
          <p:cNvPr id="32" name="Table 36">
            <a:extLst>
              <a:ext uri="{FF2B5EF4-FFF2-40B4-BE49-F238E27FC236}">
                <a16:creationId xmlns:a16="http://schemas.microsoft.com/office/drawing/2014/main" id="{5228C3CF-1605-58D2-414E-476B658592EB}"/>
              </a:ext>
            </a:extLst>
          </p:cNvPr>
          <p:cNvGraphicFramePr>
            <a:graphicFrameLocks noGrp="1"/>
          </p:cNvGraphicFramePr>
          <p:nvPr/>
        </p:nvGraphicFramePr>
        <p:xfrm>
          <a:off x="544959" y="1005774"/>
          <a:ext cx="1514496" cy="369332"/>
        </p:xfrm>
        <a:graphic>
          <a:graphicData uri="http://schemas.openxmlformats.org/drawingml/2006/table">
            <a:tbl>
              <a:tblPr firstRow="1" bandRow="1">
                <a:tableStyleId>{5C22544A-7EE6-4342-B048-85BDC9FD1C3A}</a:tableStyleId>
              </a:tblPr>
              <a:tblGrid>
                <a:gridCol w="1514496">
                  <a:extLst>
                    <a:ext uri="{9D8B030D-6E8A-4147-A177-3AD203B41FA5}">
                      <a16:colId xmlns:a16="http://schemas.microsoft.com/office/drawing/2014/main" val="1571178382"/>
                    </a:ext>
                  </a:extLst>
                </a:gridCol>
              </a:tblGrid>
              <a:tr h="369332">
                <a:tc>
                  <a:txBody>
                    <a:bodyPr/>
                    <a:lstStyle/>
                    <a:p>
                      <a:pPr lvl="0" algn="ctr"/>
                      <a:r>
                        <a:rPr lang="en-US" sz="1400">
                          <a:latin typeface="HCLTech Roobert" pitchFamily="50" charset="0"/>
                          <a:cs typeface="HCLTech Roobert" pitchFamily="50" charset="0"/>
                        </a:rPr>
                        <a:t>Timelines</a:t>
                      </a:r>
                    </a:p>
                  </a:txBody>
                  <a:tcPr anchor="ctr">
                    <a:solidFill>
                      <a:schemeClr val="bg2"/>
                    </a:solidFill>
                  </a:tcPr>
                </a:tc>
                <a:extLst>
                  <a:ext uri="{0D108BD9-81ED-4DB2-BD59-A6C34878D82A}">
                    <a16:rowId xmlns:a16="http://schemas.microsoft.com/office/drawing/2014/main" val="1264746707"/>
                  </a:ext>
                </a:extLst>
              </a:tr>
            </a:tbl>
          </a:graphicData>
        </a:graphic>
      </p:graphicFrame>
      <p:sp>
        <p:nvSpPr>
          <p:cNvPr id="34" name="Rectangle 33">
            <a:extLst>
              <a:ext uri="{FF2B5EF4-FFF2-40B4-BE49-F238E27FC236}">
                <a16:creationId xmlns:a16="http://schemas.microsoft.com/office/drawing/2014/main" id="{8E69D285-DF9C-1758-A89B-6103992F796C}"/>
              </a:ext>
            </a:extLst>
          </p:cNvPr>
          <p:cNvSpPr/>
          <p:nvPr/>
        </p:nvSpPr>
        <p:spPr>
          <a:xfrm>
            <a:off x="2113591" y="1545692"/>
            <a:ext cx="2069214" cy="513142"/>
          </a:xfrm>
          <a:prstGeom prst="rect">
            <a:avLst/>
          </a:prstGeom>
          <a:ln/>
        </p:spPr>
        <p:style>
          <a:lnRef idx="0">
            <a:schemeClr val="accent1"/>
          </a:lnRef>
          <a:fillRef idx="3">
            <a:schemeClr val="accent1"/>
          </a:fillRef>
          <a:effectRef idx="3">
            <a:schemeClr val="accent1"/>
          </a:effectRef>
          <a:fontRef idx="minor">
            <a:schemeClr val="lt1"/>
          </a:fontRef>
        </p:style>
        <p:txBody>
          <a:bodyPr lIns="288000" tIns="252000" rIns="288000" bIns="288000" rtlCol="0" anchor="ctr" anchorCtr="0"/>
          <a:lstStyle/>
          <a:p>
            <a:pPr algn="ctr"/>
            <a:r>
              <a:rPr lang="en-US" sz="1400">
                <a:solidFill>
                  <a:schemeClr val="bg1"/>
                </a:solidFill>
                <a:latin typeface="HCLTech Roobert" panose="020B0504030202060203" pitchFamily="2" charset="0"/>
                <a:cs typeface="HCLTech Roobert" panose="020B0504030202060203" pitchFamily="2" charset="0"/>
              </a:rPr>
              <a:t>Solution Blueprint &amp; Plan</a:t>
            </a:r>
          </a:p>
        </p:txBody>
      </p:sp>
      <p:sp>
        <p:nvSpPr>
          <p:cNvPr id="35" name="Rectangle 34">
            <a:extLst>
              <a:ext uri="{FF2B5EF4-FFF2-40B4-BE49-F238E27FC236}">
                <a16:creationId xmlns:a16="http://schemas.microsoft.com/office/drawing/2014/main" id="{B2FC093F-3949-8422-0AAF-3469D5B2EC86}"/>
              </a:ext>
            </a:extLst>
          </p:cNvPr>
          <p:cNvSpPr/>
          <p:nvPr/>
        </p:nvSpPr>
        <p:spPr>
          <a:xfrm>
            <a:off x="567290" y="1545692"/>
            <a:ext cx="1514497" cy="513142"/>
          </a:xfrm>
          <a:prstGeom prst="rect">
            <a:avLst/>
          </a:prstGeom>
          <a:ln/>
        </p:spPr>
        <p:style>
          <a:lnRef idx="0">
            <a:schemeClr val="accent3"/>
          </a:lnRef>
          <a:fillRef idx="3">
            <a:schemeClr val="accent3"/>
          </a:fillRef>
          <a:effectRef idx="3">
            <a:schemeClr val="accent3"/>
          </a:effectRef>
          <a:fontRef idx="minor">
            <a:schemeClr val="lt1"/>
          </a:fontRef>
        </p:style>
        <p:txBody>
          <a:bodyPr lIns="288000" tIns="252000" rIns="288000" bIns="288000" rtlCol="0" anchor="ctr" anchorCtr="0"/>
          <a:lstStyle/>
          <a:p>
            <a:pPr algn="ctr"/>
            <a:r>
              <a:rPr lang="en-US" sz="1400" b="1">
                <a:solidFill>
                  <a:schemeClr val="bg1"/>
                </a:solidFill>
                <a:latin typeface="HCLTech Roobert" panose="020B0504030202060203" pitchFamily="2" charset="0"/>
                <a:cs typeface="HCLTech Roobert" panose="020B0504030202060203" pitchFamily="2" charset="0"/>
              </a:rPr>
              <a:t>Plan for Succes</a:t>
            </a:r>
          </a:p>
        </p:txBody>
      </p:sp>
      <p:sp>
        <p:nvSpPr>
          <p:cNvPr id="37" name="Rectangle 36">
            <a:extLst>
              <a:ext uri="{FF2B5EF4-FFF2-40B4-BE49-F238E27FC236}">
                <a16:creationId xmlns:a16="http://schemas.microsoft.com/office/drawing/2014/main" id="{E2D108F8-FEC7-9F78-4281-A669B67F937C}"/>
              </a:ext>
            </a:extLst>
          </p:cNvPr>
          <p:cNvSpPr/>
          <p:nvPr/>
        </p:nvSpPr>
        <p:spPr>
          <a:xfrm>
            <a:off x="567290" y="2593206"/>
            <a:ext cx="1492165" cy="757652"/>
          </a:xfrm>
          <a:prstGeom prst="rect">
            <a:avLst/>
          </a:prstGeom>
          <a:ln/>
        </p:spPr>
        <p:style>
          <a:lnRef idx="0">
            <a:schemeClr val="accent3"/>
          </a:lnRef>
          <a:fillRef idx="3">
            <a:schemeClr val="accent3"/>
          </a:fillRef>
          <a:effectRef idx="3">
            <a:schemeClr val="accent3"/>
          </a:effectRef>
          <a:fontRef idx="minor">
            <a:schemeClr val="lt1"/>
          </a:fontRef>
        </p:style>
        <p:txBody>
          <a:bodyPr lIns="288000" tIns="252000" rIns="288000" bIns="288000" rtlCol="0" anchor="ctr" anchorCtr="0"/>
          <a:lstStyle/>
          <a:p>
            <a:pPr algn="ctr"/>
            <a:r>
              <a:rPr lang="en-US" sz="1400" b="1">
                <a:solidFill>
                  <a:schemeClr val="bg1"/>
                </a:solidFill>
                <a:latin typeface="HCLTech Roobert" panose="020B0504030202060203" pitchFamily="2" charset="0"/>
                <a:cs typeface="HCLTech Roobert" panose="020B0504030202060203" pitchFamily="2" charset="0"/>
              </a:rPr>
              <a:t>Design,</a:t>
            </a:r>
          </a:p>
          <a:p>
            <a:pPr algn="ctr"/>
            <a:r>
              <a:rPr lang="en-US" sz="1400" b="1">
                <a:solidFill>
                  <a:schemeClr val="bg1"/>
                </a:solidFill>
                <a:latin typeface="HCLTech Roobert" panose="020B0504030202060203" pitchFamily="2" charset="0"/>
                <a:cs typeface="HCLTech Roobert" panose="020B0504030202060203" pitchFamily="2" charset="0"/>
              </a:rPr>
              <a:t>Build, </a:t>
            </a:r>
          </a:p>
          <a:p>
            <a:pPr algn="ctr"/>
            <a:r>
              <a:rPr lang="en-US" sz="1400" b="1">
                <a:solidFill>
                  <a:schemeClr val="bg1"/>
                </a:solidFill>
                <a:latin typeface="HCLTech Roobert" panose="020B0504030202060203" pitchFamily="2" charset="0"/>
                <a:cs typeface="HCLTech Roobert" panose="020B0504030202060203" pitchFamily="2" charset="0"/>
              </a:rPr>
              <a:t>&amp; Test</a:t>
            </a:r>
          </a:p>
        </p:txBody>
      </p:sp>
      <p:cxnSp>
        <p:nvCxnSpPr>
          <p:cNvPr id="38" name="Straight Connector 37">
            <a:extLst>
              <a:ext uri="{FF2B5EF4-FFF2-40B4-BE49-F238E27FC236}">
                <a16:creationId xmlns:a16="http://schemas.microsoft.com/office/drawing/2014/main" id="{5FB8EB61-31A0-32A2-C4B5-A93935229F80}"/>
              </a:ext>
            </a:extLst>
          </p:cNvPr>
          <p:cNvCxnSpPr>
            <a:cxnSpLocks/>
          </p:cNvCxnSpPr>
          <p:nvPr/>
        </p:nvCxnSpPr>
        <p:spPr>
          <a:xfrm>
            <a:off x="4190934" y="1349005"/>
            <a:ext cx="30626" cy="4114800"/>
          </a:xfrm>
          <a:prstGeom prst="line">
            <a:avLst/>
          </a:prstGeom>
          <a:noFill/>
          <a:ln w="9525" cap="flat" cmpd="sng" algn="ctr">
            <a:solidFill>
              <a:sysClr val="window" lastClr="FFFFFF">
                <a:lumMod val="50000"/>
              </a:sysClr>
            </a:solidFill>
            <a:prstDash val="dash"/>
          </a:ln>
          <a:effectLst/>
        </p:spPr>
      </p:cxnSp>
      <p:sp>
        <p:nvSpPr>
          <p:cNvPr id="39" name="Rectangle 38">
            <a:extLst>
              <a:ext uri="{FF2B5EF4-FFF2-40B4-BE49-F238E27FC236}">
                <a16:creationId xmlns:a16="http://schemas.microsoft.com/office/drawing/2014/main" id="{B3A7019B-1F63-6788-C653-D559DA0CD094}"/>
              </a:ext>
            </a:extLst>
          </p:cNvPr>
          <p:cNvSpPr/>
          <p:nvPr/>
        </p:nvSpPr>
        <p:spPr>
          <a:xfrm>
            <a:off x="4203904" y="2593205"/>
            <a:ext cx="4216375" cy="732405"/>
          </a:xfrm>
          <a:prstGeom prst="rect">
            <a:avLst/>
          </a:prstGeom>
          <a:ln/>
        </p:spPr>
        <p:style>
          <a:lnRef idx="0">
            <a:schemeClr val="accent1"/>
          </a:lnRef>
          <a:fillRef idx="3">
            <a:schemeClr val="accent1"/>
          </a:fillRef>
          <a:effectRef idx="3">
            <a:schemeClr val="accent1"/>
          </a:effectRef>
          <a:fontRef idx="minor">
            <a:schemeClr val="lt1"/>
          </a:fontRef>
        </p:style>
        <p:txBody>
          <a:bodyPr lIns="288000" tIns="252000" rIns="288000" bIns="288000" rtlCol="0" anchor="t" anchorCtr="0"/>
          <a:lstStyle/>
          <a:p>
            <a:pPr algn="l"/>
            <a:endParaRPr lang="en-US" err="1">
              <a:solidFill>
                <a:schemeClr val="tx1"/>
              </a:solidFill>
              <a:latin typeface="HCLTech Roobert" panose="020B0504030202060203" pitchFamily="2" charset="0"/>
              <a:cs typeface="HCLTech Roobert" panose="020B0504030202060203" pitchFamily="2" charset="0"/>
            </a:endParaRPr>
          </a:p>
        </p:txBody>
      </p:sp>
      <p:cxnSp>
        <p:nvCxnSpPr>
          <p:cNvPr id="40" name="Straight Connector 39">
            <a:extLst>
              <a:ext uri="{FF2B5EF4-FFF2-40B4-BE49-F238E27FC236}">
                <a16:creationId xmlns:a16="http://schemas.microsoft.com/office/drawing/2014/main" id="{8CAF9241-119B-18B6-5310-776FA6D650E0}"/>
              </a:ext>
            </a:extLst>
          </p:cNvPr>
          <p:cNvCxnSpPr>
            <a:cxnSpLocks/>
          </p:cNvCxnSpPr>
          <p:nvPr/>
        </p:nvCxnSpPr>
        <p:spPr>
          <a:xfrm>
            <a:off x="5245112" y="1353356"/>
            <a:ext cx="30626" cy="4114800"/>
          </a:xfrm>
          <a:prstGeom prst="line">
            <a:avLst/>
          </a:prstGeom>
          <a:noFill/>
          <a:ln w="9525" cap="flat" cmpd="sng" algn="ctr">
            <a:solidFill>
              <a:sysClr val="window" lastClr="FFFFFF">
                <a:lumMod val="50000"/>
              </a:sysClr>
            </a:solidFill>
            <a:prstDash val="dash"/>
          </a:ln>
          <a:effectLst/>
        </p:spPr>
      </p:cxnSp>
      <p:cxnSp>
        <p:nvCxnSpPr>
          <p:cNvPr id="41" name="Straight Connector 40">
            <a:extLst>
              <a:ext uri="{FF2B5EF4-FFF2-40B4-BE49-F238E27FC236}">
                <a16:creationId xmlns:a16="http://schemas.microsoft.com/office/drawing/2014/main" id="{39A6B930-D779-5455-F032-2AE35C8D2FAC}"/>
              </a:ext>
            </a:extLst>
          </p:cNvPr>
          <p:cNvCxnSpPr>
            <a:cxnSpLocks/>
          </p:cNvCxnSpPr>
          <p:nvPr/>
        </p:nvCxnSpPr>
        <p:spPr>
          <a:xfrm>
            <a:off x="9470207" y="1356606"/>
            <a:ext cx="29789" cy="4114800"/>
          </a:xfrm>
          <a:prstGeom prst="line">
            <a:avLst/>
          </a:prstGeom>
          <a:noFill/>
          <a:ln w="9525" cap="flat" cmpd="sng" algn="ctr">
            <a:solidFill>
              <a:sysClr val="window" lastClr="FFFFFF">
                <a:lumMod val="50000"/>
              </a:sysClr>
            </a:solidFill>
            <a:prstDash val="dash"/>
          </a:ln>
          <a:effectLst/>
        </p:spPr>
      </p:cxnSp>
      <p:cxnSp>
        <p:nvCxnSpPr>
          <p:cNvPr id="42" name="Straight Connector 41">
            <a:extLst>
              <a:ext uri="{FF2B5EF4-FFF2-40B4-BE49-F238E27FC236}">
                <a16:creationId xmlns:a16="http://schemas.microsoft.com/office/drawing/2014/main" id="{FD27D86B-97EF-7FA7-E78A-5B0C1D1D39E1}"/>
              </a:ext>
            </a:extLst>
          </p:cNvPr>
          <p:cNvCxnSpPr>
            <a:cxnSpLocks/>
          </p:cNvCxnSpPr>
          <p:nvPr/>
        </p:nvCxnSpPr>
        <p:spPr>
          <a:xfrm>
            <a:off x="6303155" y="1349000"/>
            <a:ext cx="30626" cy="4114800"/>
          </a:xfrm>
          <a:prstGeom prst="line">
            <a:avLst/>
          </a:prstGeom>
          <a:noFill/>
          <a:ln w="9525" cap="flat" cmpd="sng" algn="ctr">
            <a:solidFill>
              <a:sysClr val="window" lastClr="FFFFFF">
                <a:lumMod val="50000"/>
              </a:sysClr>
            </a:solidFill>
            <a:prstDash val="dash"/>
          </a:ln>
          <a:effectLst/>
        </p:spPr>
      </p:cxnSp>
      <p:cxnSp>
        <p:nvCxnSpPr>
          <p:cNvPr id="45" name="Straight Connector 44">
            <a:extLst>
              <a:ext uri="{FF2B5EF4-FFF2-40B4-BE49-F238E27FC236}">
                <a16:creationId xmlns:a16="http://schemas.microsoft.com/office/drawing/2014/main" id="{FA09D19E-8EB2-5224-D4EB-B9C677296287}"/>
              </a:ext>
            </a:extLst>
          </p:cNvPr>
          <p:cNvCxnSpPr>
            <a:cxnSpLocks/>
          </p:cNvCxnSpPr>
          <p:nvPr/>
        </p:nvCxnSpPr>
        <p:spPr>
          <a:xfrm>
            <a:off x="10535902" y="1357770"/>
            <a:ext cx="29789" cy="4114800"/>
          </a:xfrm>
          <a:prstGeom prst="line">
            <a:avLst/>
          </a:prstGeom>
          <a:noFill/>
          <a:ln w="9525" cap="flat" cmpd="sng" algn="ctr">
            <a:solidFill>
              <a:sysClr val="window" lastClr="FFFFFF">
                <a:lumMod val="50000"/>
              </a:sysClr>
            </a:solidFill>
            <a:prstDash val="dash"/>
          </a:ln>
          <a:effectLst/>
        </p:spPr>
      </p:cxnSp>
      <p:pic>
        <p:nvPicPr>
          <p:cNvPr id="46" name="Picture 45">
            <a:extLst>
              <a:ext uri="{FF2B5EF4-FFF2-40B4-BE49-F238E27FC236}">
                <a16:creationId xmlns:a16="http://schemas.microsoft.com/office/drawing/2014/main" id="{45048B7D-E689-BD9A-C4A6-959F5C6CBB5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959532" y="2618258"/>
            <a:ext cx="632983" cy="640080"/>
          </a:xfrm>
          <a:prstGeom prst="rect">
            <a:avLst/>
          </a:prstGeom>
        </p:spPr>
      </p:pic>
      <p:pic>
        <p:nvPicPr>
          <p:cNvPr id="47" name="Picture 46">
            <a:extLst>
              <a:ext uri="{FF2B5EF4-FFF2-40B4-BE49-F238E27FC236}">
                <a16:creationId xmlns:a16="http://schemas.microsoft.com/office/drawing/2014/main" id="{10CEEEBE-79DD-3650-B9EF-7048097CA13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090447" y="2639367"/>
            <a:ext cx="632983" cy="640080"/>
          </a:xfrm>
          <a:prstGeom prst="rect">
            <a:avLst/>
          </a:prstGeom>
        </p:spPr>
      </p:pic>
      <p:sp>
        <p:nvSpPr>
          <p:cNvPr id="48" name="Pentagon 111">
            <a:extLst>
              <a:ext uri="{FF2B5EF4-FFF2-40B4-BE49-F238E27FC236}">
                <a16:creationId xmlns:a16="http://schemas.microsoft.com/office/drawing/2014/main" id="{2905AAD4-9D78-3FC5-5E3F-E6BD83238CC2}"/>
              </a:ext>
            </a:extLst>
          </p:cNvPr>
          <p:cNvSpPr/>
          <p:nvPr/>
        </p:nvSpPr>
        <p:spPr>
          <a:xfrm>
            <a:off x="8473418" y="3686510"/>
            <a:ext cx="1074298" cy="384048"/>
          </a:xfrm>
          <a:prstGeom prst="homePlate">
            <a:avLst/>
          </a:prstGeom>
          <a:solidFill>
            <a:srgbClr val="00B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900" b="1" kern="0">
                <a:solidFill>
                  <a:srgbClr val="FFFFFF"/>
                </a:solidFill>
                <a:latin typeface="HCLTech Roobert" panose="020B0504030202060203" pitchFamily="2" charset="0"/>
                <a:ea typeface="MS PGothic" pitchFamily="34" charset="-128"/>
                <a:cs typeface="HCLTech Roobert" panose="020B0504030202060203" pitchFamily="2" charset="0"/>
              </a:rPr>
              <a:t>Deployment &amp; Go Live</a:t>
            </a:r>
          </a:p>
        </p:txBody>
      </p:sp>
      <p:sp>
        <p:nvSpPr>
          <p:cNvPr id="49" name="Pentagon 111">
            <a:extLst>
              <a:ext uri="{FF2B5EF4-FFF2-40B4-BE49-F238E27FC236}">
                <a16:creationId xmlns:a16="http://schemas.microsoft.com/office/drawing/2014/main" id="{C4678382-3DDD-1D2A-4430-8979597B8F46}"/>
              </a:ext>
            </a:extLst>
          </p:cNvPr>
          <p:cNvSpPr/>
          <p:nvPr/>
        </p:nvSpPr>
        <p:spPr>
          <a:xfrm>
            <a:off x="9499996" y="4593566"/>
            <a:ext cx="2116559" cy="584774"/>
          </a:xfrm>
          <a:prstGeom prst="homePlat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900" b="1" kern="0">
              <a:solidFill>
                <a:srgbClr val="FFFFFF"/>
              </a:solidFill>
              <a:latin typeface="HCLTech Roobert" panose="020B0504030202060203" pitchFamily="2" charset="0"/>
              <a:ea typeface="MS PGothic" pitchFamily="34" charset="-128"/>
              <a:cs typeface="HCLTech Roobert" panose="020B0504030202060203" pitchFamily="2" charset="0"/>
            </a:endParaRPr>
          </a:p>
        </p:txBody>
      </p:sp>
      <p:sp>
        <p:nvSpPr>
          <p:cNvPr id="50" name="Rectangle 49">
            <a:extLst>
              <a:ext uri="{FF2B5EF4-FFF2-40B4-BE49-F238E27FC236}">
                <a16:creationId xmlns:a16="http://schemas.microsoft.com/office/drawing/2014/main" id="{2C76A9C1-6CAE-4F73-1632-D5DC15BDA525}"/>
              </a:ext>
            </a:extLst>
          </p:cNvPr>
          <p:cNvSpPr/>
          <p:nvPr/>
        </p:nvSpPr>
        <p:spPr>
          <a:xfrm>
            <a:off x="567290" y="4500573"/>
            <a:ext cx="1471028" cy="677768"/>
          </a:xfrm>
          <a:prstGeom prst="rect">
            <a:avLst/>
          </a:prstGeom>
          <a:ln/>
        </p:spPr>
        <p:style>
          <a:lnRef idx="0">
            <a:schemeClr val="accent3"/>
          </a:lnRef>
          <a:fillRef idx="3">
            <a:schemeClr val="accent3"/>
          </a:fillRef>
          <a:effectRef idx="3">
            <a:schemeClr val="accent3"/>
          </a:effectRef>
          <a:fontRef idx="minor">
            <a:schemeClr val="lt1"/>
          </a:fontRef>
        </p:style>
        <p:txBody>
          <a:bodyPr lIns="288000" tIns="252000" rIns="288000" bIns="288000" rtlCol="0" anchor="ctr" anchorCtr="0"/>
          <a:lstStyle/>
          <a:p>
            <a:pPr algn="ctr"/>
            <a:r>
              <a:rPr lang="en-US" sz="1400" b="1">
                <a:solidFill>
                  <a:schemeClr val="bg1"/>
                </a:solidFill>
                <a:latin typeface="HCLTech Roobert" panose="020B0504030202060203" pitchFamily="2" charset="0"/>
                <a:cs typeface="HCLTech Roobert" panose="020B0504030202060203" pitchFamily="2" charset="0"/>
              </a:rPr>
              <a:t>Hypercare</a:t>
            </a:r>
          </a:p>
        </p:txBody>
      </p:sp>
      <p:sp>
        <p:nvSpPr>
          <p:cNvPr id="51" name="Triangle 56">
            <a:extLst>
              <a:ext uri="{FF2B5EF4-FFF2-40B4-BE49-F238E27FC236}">
                <a16:creationId xmlns:a16="http://schemas.microsoft.com/office/drawing/2014/main" id="{BB02E8E3-9CEB-3680-674B-E48E8FD95785}"/>
              </a:ext>
            </a:extLst>
          </p:cNvPr>
          <p:cNvSpPr/>
          <p:nvPr/>
        </p:nvSpPr>
        <p:spPr>
          <a:xfrm>
            <a:off x="6137295" y="3131790"/>
            <a:ext cx="329261" cy="255253"/>
          </a:xfrm>
          <a:prstGeom prst="triangle">
            <a:avLst/>
          </a:prstGeom>
          <a:solidFill>
            <a:srgbClr val="FFD767"/>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252000" rIns="288000" bIns="288000" rtlCol="0" anchor="t" anchorCtr="0"/>
          <a:lstStyle/>
          <a:p>
            <a:pPr algn="l"/>
            <a:endParaRPr lang="en-US" err="1">
              <a:solidFill>
                <a:schemeClr val="tx1"/>
              </a:solidFill>
              <a:latin typeface="HCLTech Roobert" panose="020B0504030202060203" pitchFamily="2" charset="0"/>
              <a:cs typeface="HCLTech Roobert" panose="020B0504030202060203" pitchFamily="2" charset="0"/>
            </a:endParaRPr>
          </a:p>
        </p:txBody>
      </p:sp>
      <p:sp>
        <p:nvSpPr>
          <p:cNvPr id="52" name="Triangle 60">
            <a:extLst>
              <a:ext uri="{FF2B5EF4-FFF2-40B4-BE49-F238E27FC236}">
                <a16:creationId xmlns:a16="http://schemas.microsoft.com/office/drawing/2014/main" id="{95BFCDAC-57D9-A709-3B87-E7FCA507D217}"/>
              </a:ext>
            </a:extLst>
          </p:cNvPr>
          <p:cNvSpPr/>
          <p:nvPr/>
        </p:nvSpPr>
        <p:spPr>
          <a:xfrm>
            <a:off x="8244254" y="3125900"/>
            <a:ext cx="329261" cy="255253"/>
          </a:xfrm>
          <a:prstGeom prst="triangle">
            <a:avLst/>
          </a:prstGeom>
          <a:solidFill>
            <a:srgbClr val="FFD767"/>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252000" rIns="288000" bIns="288000" rtlCol="0" anchor="t" anchorCtr="0"/>
          <a:lstStyle/>
          <a:p>
            <a:pPr algn="l"/>
            <a:endParaRPr lang="en-US" err="1">
              <a:solidFill>
                <a:schemeClr val="tx1"/>
              </a:solidFill>
              <a:latin typeface="HCLTech Roobert" panose="020B0504030202060203" pitchFamily="2" charset="0"/>
              <a:cs typeface="HCLTech Roobert" panose="020B0504030202060203" pitchFamily="2" charset="0"/>
            </a:endParaRPr>
          </a:p>
        </p:txBody>
      </p:sp>
      <p:sp>
        <p:nvSpPr>
          <p:cNvPr id="55" name="TextBox 54">
            <a:extLst>
              <a:ext uri="{FF2B5EF4-FFF2-40B4-BE49-F238E27FC236}">
                <a16:creationId xmlns:a16="http://schemas.microsoft.com/office/drawing/2014/main" id="{4F22FA3C-FD31-2076-86D4-82BB5801048C}"/>
              </a:ext>
            </a:extLst>
          </p:cNvPr>
          <p:cNvSpPr txBox="1"/>
          <p:nvPr/>
        </p:nvSpPr>
        <p:spPr>
          <a:xfrm>
            <a:off x="4211681" y="2206330"/>
            <a:ext cx="4212436" cy="261610"/>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HCLTech Roobert" panose="020B0504030202060203" pitchFamily="2" charset="0"/>
                <a:cs typeface="HCLTech Roobert" panose="020B0504030202060203" pitchFamily="2" charset="0"/>
              </a:rPr>
              <a:t>Application Development Cycle ( 2 Weeks Sprint)</a:t>
            </a:r>
          </a:p>
        </p:txBody>
      </p:sp>
      <p:sp>
        <p:nvSpPr>
          <p:cNvPr id="56" name="Rectangle 55">
            <a:extLst>
              <a:ext uri="{FF2B5EF4-FFF2-40B4-BE49-F238E27FC236}">
                <a16:creationId xmlns:a16="http://schemas.microsoft.com/office/drawing/2014/main" id="{42385995-EB77-17ED-D679-ABB3AA93A59D}"/>
              </a:ext>
            </a:extLst>
          </p:cNvPr>
          <p:cNvSpPr/>
          <p:nvPr/>
        </p:nvSpPr>
        <p:spPr>
          <a:xfrm>
            <a:off x="567291" y="3686510"/>
            <a:ext cx="1492164" cy="431229"/>
          </a:xfrm>
          <a:prstGeom prst="rect">
            <a:avLst/>
          </a:prstGeom>
          <a:ln/>
        </p:spPr>
        <p:style>
          <a:lnRef idx="0">
            <a:schemeClr val="accent3"/>
          </a:lnRef>
          <a:fillRef idx="3">
            <a:schemeClr val="accent3"/>
          </a:fillRef>
          <a:effectRef idx="3">
            <a:schemeClr val="accent3"/>
          </a:effectRef>
          <a:fontRef idx="minor">
            <a:schemeClr val="lt1"/>
          </a:fontRef>
        </p:style>
        <p:txBody>
          <a:bodyPr lIns="288000" tIns="252000" rIns="288000" bIns="288000" rtlCol="0" anchor="ctr" anchorCtr="0"/>
          <a:lstStyle/>
          <a:p>
            <a:pPr algn="ctr"/>
            <a:r>
              <a:rPr lang="en-US" sz="1400" b="1">
                <a:solidFill>
                  <a:schemeClr val="bg1"/>
                </a:solidFill>
                <a:latin typeface="HCLTech Roobert" panose="020B0504030202060203" pitchFamily="2" charset="0"/>
                <a:cs typeface="HCLTech Roobert" panose="020B0504030202060203" pitchFamily="2" charset="0"/>
              </a:rPr>
              <a:t>Deploy</a:t>
            </a:r>
          </a:p>
        </p:txBody>
      </p:sp>
      <p:sp>
        <p:nvSpPr>
          <p:cNvPr id="58" name="TextBox 57">
            <a:extLst>
              <a:ext uri="{FF2B5EF4-FFF2-40B4-BE49-F238E27FC236}">
                <a16:creationId xmlns:a16="http://schemas.microsoft.com/office/drawing/2014/main" id="{D7A5B8BF-0EC2-471B-2C35-F090A9B97B51}"/>
              </a:ext>
            </a:extLst>
          </p:cNvPr>
          <p:cNvSpPr txBox="1"/>
          <p:nvPr/>
        </p:nvSpPr>
        <p:spPr>
          <a:xfrm>
            <a:off x="9515132" y="4606161"/>
            <a:ext cx="195569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chemeClr val="bg1"/>
                </a:solidFill>
                <a:effectLst/>
                <a:uLnTx/>
                <a:uFillTx/>
                <a:latin typeface="HCLTech Roobert" panose="020B0504030202060203" pitchFamily="2" charset="0"/>
                <a:cs typeface="HCLTech Roobert" panose="020B0504030202060203" pitchFamily="2" charset="0"/>
              </a:rPr>
              <a:t>H</a:t>
            </a:r>
            <a:r>
              <a:rPr kumimoji="0" lang="en-US" sz="1100" b="1" i="0" u="none" strike="noStrike" kern="0" cap="none" spc="0" normalizeH="0" baseline="0" noProof="0">
                <a:ln>
                  <a:noFill/>
                </a:ln>
                <a:solidFill>
                  <a:schemeClr val="bg1"/>
                </a:solidFill>
                <a:effectLst/>
                <a:uLnTx/>
                <a:uFillTx/>
                <a:latin typeface="HCLTech Roobert" panose="020B0504030202060203" pitchFamily="2" charset="0"/>
                <a:cs typeface="HCLTech Roobert" panose="020B0504030202060203" pitchFamily="2" charset="0"/>
              </a:rPr>
              <a:t>ypercare</a:t>
            </a:r>
          </a:p>
          <a:p>
            <a:pPr marL="82550" marR="0" lvl="0" indent="-825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0" cap="none" spc="0" normalizeH="0" baseline="0" noProof="0">
                <a:ln>
                  <a:noFill/>
                </a:ln>
                <a:solidFill>
                  <a:schemeClr val="bg1"/>
                </a:solidFill>
                <a:effectLst/>
                <a:uLnTx/>
                <a:uFillTx/>
                <a:latin typeface="HCLTech Roobert" panose="020B0504030202060203" pitchFamily="2" charset="0"/>
                <a:cs typeface="HCLTech Roobert" panose="020B0504030202060203" pitchFamily="2" charset="0"/>
              </a:rPr>
              <a:t>Post Rollout Support</a:t>
            </a:r>
          </a:p>
          <a:p>
            <a:pPr marL="82550" marR="0" lvl="0" indent="-825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0" cap="none" spc="0" normalizeH="0" baseline="0" noProof="0">
                <a:ln>
                  <a:noFill/>
                </a:ln>
                <a:solidFill>
                  <a:schemeClr val="bg1"/>
                </a:solidFill>
                <a:effectLst/>
                <a:uLnTx/>
                <a:uFillTx/>
                <a:latin typeface="HCLTech Roobert" panose="020B0504030202060203" pitchFamily="2" charset="0"/>
                <a:cs typeface="HCLTech Roobert" panose="020B0504030202060203" pitchFamily="2" charset="0"/>
              </a:rPr>
              <a:t>Handoff to BAU Team</a:t>
            </a:r>
          </a:p>
        </p:txBody>
      </p:sp>
      <p:sp>
        <p:nvSpPr>
          <p:cNvPr id="59" name="Star: 5 Points 58">
            <a:extLst>
              <a:ext uri="{FF2B5EF4-FFF2-40B4-BE49-F238E27FC236}">
                <a16:creationId xmlns:a16="http://schemas.microsoft.com/office/drawing/2014/main" id="{8DEF7865-9BAC-B89B-8575-24EA60218ECC}"/>
              </a:ext>
            </a:extLst>
          </p:cNvPr>
          <p:cNvSpPr/>
          <p:nvPr/>
        </p:nvSpPr>
        <p:spPr>
          <a:xfrm>
            <a:off x="9470207" y="3697178"/>
            <a:ext cx="251131" cy="275510"/>
          </a:xfrm>
          <a:prstGeom prst="star5">
            <a:avLst>
              <a:gd name="adj" fmla="val 28782"/>
              <a:gd name="hf" fmla="val 105146"/>
              <a:gd name="vf" fmla="val 110557"/>
            </a:avLst>
          </a:prstGeom>
          <a:solidFill>
            <a:srgbClr val="FFCD4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252000" rIns="288000" bIns="288000" rtlCol="0" anchor="t" anchorCtr="0"/>
          <a:lstStyle/>
          <a:p>
            <a:pPr algn="l"/>
            <a:endParaRPr lang="en-US" err="1">
              <a:solidFill>
                <a:schemeClr val="tx1"/>
              </a:solidFill>
              <a:latin typeface="HCLTech Roobert" panose="020B0504030202060203" pitchFamily="2" charset="0"/>
              <a:cs typeface="HCLTech Roobert" panose="020B0504030202060203" pitchFamily="2" charset="0"/>
            </a:endParaRPr>
          </a:p>
        </p:txBody>
      </p:sp>
      <p:sp>
        <p:nvSpPr>
          <p:cNvPr id="60" name="TextBox 59">
            <a:extLst>
              <a:ext uri="{FF2B5EF4-FFF2-40B4-BE49-F238E27FC236}">
                <a16:creationId xmlns:a16="http://schemas.microsoft.com/office/drawing/2014/main" id="{BABBDF02-A3E4-FD29-D419-7A70E80681FC}"/>
              </a:ext>
            </a:extLst>
          </p:cNvPr>
          <p:cNvSpPr txBox="1"/>
          <p:nvPr/>
        </p:nvSpPr>
        <p:spPr>
          <a:xfrm>
            <a:off x="4167324" y="3413992"/>
            <a:ext cx="2146033"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HCLTech Roobert" panose="020B0504030202060203" pitchFamily="2" charset="0"/>
                <a:cs typeface="HCLTech Roobert" panose="020B0504030202060203" pitchFamily="2" charset="0"/>
              </a:rPr>
              <a:t>Sprint 1</a:t>
            </a:r>
          </a:p>
        </p:txBody>
      </p:sp>
      <p:sp>
        <p:nvSpPr>
          <p:cNvPr id="62" name="TextBox 61">
            <a:extLst>
              <a:ext uri="{FF2B5EF4-FFF2-40B4-BE49-F238E27FC236}">
                <a16:creationId xmlns:a16="http://schemas.microsoft.com/office/drawing/2014/main" id="{1AFAFF20-C696-DE22-0908-3AD631782DC5}"/>
              </a:ext>
            </a:extLst>
          </p:cNvPr>
          <p:cNvSpPr txBox="1"/>
          <p:nvPr/>
        </p:nvSpPr>
        <p:spPr>
          <a:xfrm>
            <a:off x="6240558" y="3420179"/>
            <a:ext cx="2146033"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HCLTech Roobert" panose="020B0504030202060203" pitchFamily="2" charset="0"/>
                <a:cs typeface="HCLTech Roobert" panose="020B0504030202060203" pitchFamily="2" charset="0"/>
              </a:rPr>
              <a:t>Sprint 2</a:t>
            </a:r>
          </a:p>
        </p:txBody>
      </p:sp>
    </p:spTree>
    <p:extLst>
      <p:ext uri="{BB962C8B-B14F-4D97-AF65-F5344CB8AC3E}">
        <p14:creationId xmlns:p14="http://schemas.microsoft.com/office/powerpoint/2010/main" val="48110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D8963-E86E-E66A-BCCB-435FC7E38572}"/>
            </a:ext>
          </a:extLst>
        </p:cNvPr>
        <p:cNvGrpSpPr/>
        <p:nvPr/>
      </p:nvGrpSpPr>
      <p:grpSpPr>
        <a:xfrm>
          <a:off x="0" y="0"/>
          <a:ext cx="0" cy="0"/>
          <a:chOff x="0" y="0"/>
          <a:chExt cx="0" cy="0"/>
        </a:xfrm>
      </p:grpSpPr>
      <p:pic>
        <p:nvPicPr>
          <p:cNvPr id="15" name="object 9">
            <a:extLst>
              <a:ext uri="{FF2B5EF4-FFF2-40B4-BE49-F238E27FC236}">
                <a16:creationId xmlns:a16="http://schemas.microsoft.com/office/drawing/2014/main" id="{683BA4A4-B55B-B793-F494-4FDEE589228E}"/>
              </a:ext>
              <a:ext uri="{C183D7F6-B498-43B3-948B-1728B52AA6E4}">
                <adec:decorative xmlns:adec="http://schemas.microsoft.com/office/drawing/2017/decorative" val="1"/>
              </a:ext>
            </a:extLst>
          </p:cNvPr>
          <p:cNvPicPr/>
          <p:nvPr/>
        </p:nvPicPr>
        <p:blipFill>
          <a:blip r:embed="rId3" cstate="screen">
            <a:extLst>
              <a:ext uri="{28A0092B-C50C-407E-A947-70E740481C1C}">
                <a14:useLocalDpi xmlns:a14="http://schemas.microsoft.com/office/drawing/2010/main"/>
              </a:ext>
            </a:extLst>
          </a:blip>
          <a:stretch>
            <a:fillRect/>
          </a:stretch>
        </p:blipFill>
        <p:spPr>
          <a:xfrm>
            <a:off x="11206" y="21722"/>
            <a:ext cx="12192000" cy="632700"/>
          </a:xfrm>
          <a:prstGeom prst="rect">
            <a:avLst/>
          </a:prstGeom>
        </p:spPr>
      </p:pic>
      <p:sp>
        <p:nvSpPr>
          <p:cNvPr id="23" name="Text 0">
            <a:extLst>
              <a:ext uri="{FF2B5EF4-FFF2-40B4-BE49-F238E27FC236}">
                <a16:creationId xmlns:a16="http://schemas.microsoft.com/office/drawing/2014/main" id="{0DC48429-7B3E-DF68-3D3E-B0F4E9E724F0}"/>
              </a:ext>
            </a:extLst>
          </p:cNvPr>
          <p:cNvSpPr/>
          <p:nvPr/>
        </p:nvSpPr>
        <p:spPr>
          <a:xfrm>
            <a:off x="87312" y="140387"/>
            <a:ext cx="11247120" cy="384048"/>
          </a:xfrm>
          <a:prstGeom prst="rect">
            <a:avLst/>
          </a:prstGeom>
          <a:noFill/>
          <a:ln/>
        </p:spPr>
        <p:txBody>
          <a:bodyPr wrap="square" lIns="0" tIns="0" rIns="0" bIns="0" rtlCol="0" anchor="ctr"/>
          <a:lstStyle/>
          <a:p>
            <a:r>
              <a:rPr lang="en-US" sz="2400" b="1">
                <a:solidFill>
                  <a:srgbClr val="FFFFFF"/>
                </a:solidFill>
                <a:latin typeface="HCLTech Roobert ExtraBold"/>
                <a:cs typeface="HCLTech Roobert ExtraBold"/>
              </a:rPr>
              <a:t>Assumptions &amp; Dependencies</a:t>
            </a:r>
            <a:endParaRPr lang="en-US">
              <a:ea typeface="+mj-ea"/>
            </a:endParaRPr>
          </a:p>
        </p:txBody>
      </p:sp>
      <p:sp>
        <p:nvSpPr>
          <p:cNvPr id="14" name="Rectangle 13">
            <a:extLst>
              <a:ext uri="{FF2B5EF4-FFF2-40B4-BE49-F238E27FC236}">
                <a16:creationId xmlns:a16="http://schemas.microsoft.com/office/drawing/2014/main" id="{09F33627-E2C8-33DD-2004-C325499CBFE6}"/>
              </a:ext>
            </a:extLst>
          </p:cNvPr>
          <p:cNvSpPr/>
          <p:nvPr/>
        </p:nvSpPr>
        <p:spPr>
          <a:xfrm>
            <a:off x="269880" y="1254115"/>
            <a:ext cx="5825987" cy="4638686"/>
          </a:xfrm>
          <a:prstGeom prst="rect">
            <a:avLst/>
          </a:prstGeom>
          <a:solidFill>
            <a:schemeClr val="bg1"/>
          </a:solidFill>
          <a:ln>
            <a:solidFill>
              <a:srgbClr val="C8D2D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285750" marR="0" lvl="0" indent="-28575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CLTech Roobert" panose="020B0504030202060203" pitchFamily="2" charset="0"/>
                <a:cs typeface="HCLTech Roobert" panose="020B0504030202060203" pitchFamily="2" charset="0"/>
              </a:rPr>
              <a:t>Master data required for TV requests (users, departments, cost centers, locations, vendors, etc.) will be provided by the customer in the required format.</a:t>
            </a:r>
          </a:p>
          <a:p>
            <a:pPr marL="285750" marR="0" lvl="0" indent="-28575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CLTech Roobert" panose="020B0504030202060203" pitchFamily="2" charset="0"/>
                <a:cs typeface="HCLTech Roobert" panose="020B0504030202060203" pitchFamily="2" charset="0"/>
              </a:rPr>
              <a:t>Customer stakeholders will be available for workshops, reviews, approvals, and decision-making activities.</a:t>
            </a:r>
          </a:p>
          <a:p>
            <a:pPr marL="285750" marR="0" lvl="0" indent="-28575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CLTech Roobert" panose="020B0504030202060203" pitchFamily="2" charset="0"/>
                <a:cs typeface="HCLTech Roobert" panose="020B0504030202060203" pitchFamily="2" charset="0"/>
              </a:rPr>
              <a:t>Timely feedback and approvals will be provided to avoid project delays.</a:t>
            </a:r>
          </a:p>
          <a:p>
            <a:pPr marL="285750" indent="-285750">
              <a:lnSpc>
                <a:spcPct val="150000"/>
              </a:lnSpc>
              <a:spcAft>
                <a:spcPts val="600"/>
              </a:spcAft>
              <a:buFont typeface="Arial" panose="020B0604020202020204" pitchFamily="34" charset="0"/>
              <a:buChar char="•"/>
              <a:defRPr/>
            </a:pPr>
            <a:r>
              <a:rPr lang="en-US" sz="1100">
                <a:solidFill>
                  <a:srgbClr val="000000"/>
                </a:solidFill>
                <a:latin typeface="HCLTech Roobert" panose="020B0504030202060203" pitchFamily="2" charset="0"/>
                <a:cs typeface="HCLTech Roobert" panose="020B0504030202060203" pitchFamily="2" charset="0"/>
              </a:rPr>
              <a:t>Proposed Execution Timeline would be re-validated during Plan for Success (PFS) Phase and gaps would be collaboratively addressed by HCLTech and LAM.</a:t>
            </a:r>
          </a:p>
          <a:p>
            <a:pPr marL="285750" marR="0" lvl="0" indent="-28575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CLTech Roobert" panose="020B0504030202060203" pitchFamily="2" charset="0"/>
                <a:cs typeface="HCLTech Roobert" panose="020B0504030202060203" pitchFamily="2" charset="0"/>
              </a:rPr>
              <a:t>Power BI licenses required for dashboard consumption will be available to end users.</a:t>
            </a:r>
          </a:p>
          <a:p>
            <a:pPr marL="285750" indent="-285750">
              <a:lnSpc>
                <a:spcPct val="150000"/>
              </a:lnSpc>
              <a:spcAft>
                <a:spcPts val="600"/>
              </a:spcAft>
              <a:buFont typeface="Arial" panose="020B0604020202020204" pitchFamily="34" charset="0"/>
              <a:buChar char="•"/>
              <a:defRPr/>
            </a:pPr>
            <a:r>
              <a:rPr lang="en-US" sz="1100">
                <a:solidFill>
                  <a:srgbClr val="000000"/>
                </a:solidFill>
                <a:latin typeface="HCLTech Roobert" panose="020B0504030202060203" pitchFamily="2" charset="0"/>
                <a:cs typeface="HCLTech Roobert" panose="020B0504030202060203" pitchFamily="2" charset="0"/>
              </a:rPr>
              <a:t>Any scope-deviations / sign-off delay / unavailability of access would be assessed for adverse impact to budget / timeline by LAM and HCLTech.</a:t>
            </a:r>
          </a:p>
          <a:p>
            <a:pPr marL="285750" indent="-285750">
              <a:lnSpc>
                <a:spcPct val="150000"/>
              </a:lnSpc>
              <a:spcAft>
                <a:spcPts val="600"/>
              </a:spcAft>
              <a:buFont typeface="Arial" panose="020B0604020202020204" pitchFamily="34" charset="0"/>
              <a:buChar char="•"/>
              <a:defRPr/>
            </a:pPr>
            <a:r>
              <a:rPr lang="en-US" sz="1100">
                <a:solidFill>
                  <a:srgbClr val="000000"/>
                </a:solidFill>
                <a:latin typeface="HCLTech Roobert"/>
                <a:cs typeface="HCLTech Roobert" panose="020B0504030202060203" pitchFamily="2" charset="0"/>
              </a:rPr>
              <a:t>UAT will be performed by business users.</a:t>
            </a:r>
          </a:p>
          <a:p>
            <a:pPr marL="285750" marR="0" lvl="0" indent="-285750" algn="l" defTabSz="914400">
              <a:lnSpc>
                <a:spcPct val="15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CLTech Roobert"/>
                <a:cs typeface="HCLTech Roobert" panose="020B0504030202060203" pitchFamily="2" charset="0"/>
              </a:rPr>
              <a:t>Activities not mentioned in scope section are out of scope.</a:t>
            </a:r>
            <a:endParaRPr lang="en-US">
              <a:latin typeface="HCLTech Roobert"/>
            </a:endParaRPr>
          </a:p>
          <a:p>
            <a:pPr marL="285750" marR="0" lvl="0" indent="-285750" algn="l" defTabSz="914400">
              <a:lnSpc>
                <a:spcPct val="150000"/>
              </a:lnSpc>
              <a:spcBef>
                <a:spcPts val="0"/>
              </a:spcBef>
              <a:spcAft>
                <a:spcPts val="600"/>
              </a:spcAft>
              <a:buClrTx/>
              <a:buSzTx/>
              <a:buFont typeface="Arial" panose="020B0604020202020204" pitchFamily="34" charset="0"/>
              <a:buChar char="•"/>
              <a:tabLst/>
              <a:defRPr/>
            </a:pPr>
            <a:endParaRPr lang="en-US" sz="1100" kern="1200">
              <a:solidFill>
                <a:srgbClr val="000000"/>
              </a:solidFill>
              <a:latin typeface="HCLTech Roobert" panose="020B0504030202060203" pitchFamily="2" charset="0"/>
              <a:cs typeface="HCLTech Roobert" panose="020B0504030202060203" pitchFamily="2" charset="0"/>
            </a:endParaRPr>
          </a:p>
          <a:p>
            <a:pPr marL="285750" indent="-285750">
              <a:lnSpc>
                <a:spcPct val="150000"/>
              </a:lnSpc>
              <a:spcAft>
                <a:spcPts val="600"/>
              </a:spcAft>
              <a:buFont typeface="Arial" panose="020B0604020202020204" pitchFamily="34" charset="0"/>
              <a:buChar char="•"/>
              <a:defRPr/>
            </a:pPr>
            <a:endParaRPr lang="en-US" sz="1100">
              <a:solidFill>
                <a:srgbClr val="000000"/>
              </a:solidFill>
              <a:latin typeface="HCLTech Roobert" panose="020B0504030202060203" pitchFamily="2" charset="0"/>
              <a:cs typeface="HCLTech Roobert" panose="020B0504030202060203" pitchFamily="2" charset="0"/>
            </a:endParaRPr>
          </a:p>
        </p:txBody>
      </p:sp>
      <p:sp>
        <p:nvSpPr>
          <p:cNvPr id="22" name="TextBox 21">
            <a:extLst>
              <a:ext uri="{FF2B5EF4-FFF2-40B4-BE49-F238E27FC236}">
                <a16:creationId xmlns:a16="http://schemas.microsoft.com/office/drawing/2014/main" id="{EAB06EDB-477F-F313-748B-4AC8BB71C1B7}"/>
              </a:ext>
            </a:extLst>
          </p:cNvPr>
          <p:cNvSpPr txBox="1"/>
          <p:nvPr/>
        </p:nvSpPr>
        <p:spPr>
          <a:xfrm>
            <a:off x="273557" y="926452"/>
            <a:ext cx="5825986" cy="338554"/>
          </a:xfrm>
          <a:prstGeom prst="rect">
            <a:avLst/>
          </a:prstGeom>
          <a:solidFill>
            <a:srgbClr val="5F1EBE"/>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HCLTech Roobert" panose="020B0504030202060203" pitchFamily="2" charset="0"/>
                <a:cs typeface="HCLTech Roobert" panose="020B0504030202060203" pitchFamily="2" charset="0"/>
              </a:rPr>
              <a:t>Assumptions</a:t>
            </a:r>
          </a:p>
        </p:txBody>
      </p:sp>
      <p:sp>
        <p:nvSpPr>
          <p:cNvPr id="30" name="TextBox 29">
            <a:extLst>
              <a:ext uri="{FF2B5EF4-FFF2-40B4-BE49-F238E27FC236}">
                <a16:creationId xmlns:a16="http://schemas.microsoft.com/office/drawing/2014/main" id="{571959B7-7595-981E-B654-F64785D87558}"/>
              </a:ext>
            </a:extLst>
          </p:cNvPr>
          <p:cNvSpPr txBox="1"/>
          <p:nvPr/>
        </p:nvSpPr>
        <p:spPr>
          <a:xfrm>
            <a:off x="6256246" y="926452"/>
            <a:ext cx="5630954" cy="338554"/>
          </a:xfrm>
          <a:prstGeom prst="rect">
            <a:avLst/>
          </a:prstGeom>
          <a:solidFill>
            <a:srgbClr val="5F1EBE"/>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HCLTech Roobert" panose="020B0504030202060203" pitchFamily="2" charset="0"/>
                <a:cs typeface="HCLTech Roobert" panose="020B0504030202060203" pitchFamily="2" charset="0"/>
              </a:rPr>
              <a:t>Dependencies</a:t>
            </a:r>
          </a:p>
        </p:txBody>
      </p:sp>
      <p:sp>
        <p:nvSpPr>
          <p:cNvPr id="32" name="Rectangle 2">
            <a:extLst>
              <a:ext uri="{FF2B5EF4-FFF2-40B4-BE49-F238E27FC236}">
                <a16:creationId xmlns:a16="http://schemas.microsoft.com/office/drawing/2014/main" id="{49385667-DD0E-AA20-2D82-2047FFE01F83}"/>
              </a:ext>
            </a:extLst>
          </p:cNvPr>
          <p:cNvSpPr>
            <a:spLocks noChangeArrowheads="1"/>
          </p:cNvSpPr>
          <p:nvPr/>
        </p:nvSpPr>
        <p:spPr bwMode="auto">
          <a:xfrm>
            <a:off x="6256246" y="1254113"/>
            <a:ext cx="5630954" cy="4638687"/>
          </a:xfrm>
          <a:prstGeom prst="rect">
            <a:avLst/>
          </a:prstGeom>
          <a:solidFill>
            <a:schemeClr val="bg1"/>
          </a:solidFill>
          <a:ln>
            <a:solidFill>
              <a:srgbClr val="C8D2DD"/>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285750" marR="0" lvl="0" indent="-28575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altLang="en-US" sz="1100" i="0" u="none" strike="noStrike" kern="1200" cap="none" spc="0" normalizeH="0" baseline="0" noProof="0">
                <a:ln>
                  <a:noFill/>
                </a:ln>
                <a:solidFill>
                  <a:srgbClr val="000000"/>
                </a:solidFill>
                <a:effectLst/>
                <a:uLnTx/>
                <a:uFillTx/>
                <a:latin typeface="HCLTech Roobert" panose="020B0504030202060203" pitchFamily="2" charset="0"/>
                <a:cs typeface="HCLTech Roobert" panose="020B0504030202060203" pitchFamily="2" charset="0"/>
              </a:rPr>
              <a:t>LAM Business / IT SMEs would be made available as required during Plan For Success and Implementation phase.</a:t>
            </a:r>
          </a:p>
          <a:p>
            <a:pPr marL="285750" marR="0" lvl="0" indent="-28575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altLang="en-US" sz="1100" i="0" u="none" strike="noStrike" kern="1200" cap="none" spc="0" normalizeH="0" baseline="0" noProof="0">
                <a:ln>
                  <a:noFill/>
                </a:ln>
                <a:solidFill>
                  <a:srgbClr val="000000"/>
                </a:solidFill>
                <a:effectLst/>
                <a:uLnTx/>
                <a:uFillTx/>
                <a:latin typeface="HCLTech Roobert" panose="020B0504030202060203" pitchFamily="2" charset="0"/>
                <a:cs typeface="HCLTech Roobert" panose="020B0504030202060203" pitchFamily="2" charset="0"/>
              </a:rPr>
              <a:t>Environment availability and access to target would be ensured by LAM during program inception.</a:t>
            </a:r>
          </a:p>
          <a:p>
            <a:pPr marL="285750" marR="0" lvl="0" indent="-28575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altLang="en-US" sz="1100" i="0" u="none" strike="noStrike" kern="1200" cap="none" spc="0" normalizeH="0" baseline="0" noProof="0">
                <a:ln>
                  <a:noFill/>
                </a:ln>
                <a:solidFill>
                  <a:srgbClr val="000000"/>
                </a:solidFill>
                <a:effectLst/>
                <a:uLnTx/>
                <a:uFillTx/>
                <a:latin typeface="HCLTech Roobert" panose="020B0504030202060203" pitchFamily="2" charset="0"/>
                <a:cs typeface="HCLTech Roobert" panose="020B0504030202060203" pitchFamily="2" charset="0"/>
              </a:rPr>
              <a:t>LAM will provide all necessary software and platform licenses from Day 1 of the project commencement.</a:t>
            </a:r>
          </a:p>
          <a:p>
            <a:pPr marL="285750" marR="0" lvl="0" indent="-28575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altLang="en-US" sz="1100" i="0" u="none" strike="noStrike" kern="1200" cap="none" spc="0" normalizeH="0" baseline="0" noProof="0">
                <a:ln>
                  <a:noFill/>
                </a:ln>
                <a:solidFill>
                  <a:srgbClr val="000000"/>
                </a:solidFill>
                <a:effectLst/>
                <a:uLnTx/>
                <a:uFillTx/>
                <a:latin typeface="HCLTech Roobert" panose="020B0504030202060203" pitchFamily="2" charset="0"/>
                <a:cs typeface="HCLTech Roobert" panose="020B0504030202060203" pitchFamily="2" charset="0"/>
              </a:rPr>
              <a:t>Timely business decisions and scope clarifications to be provided to avoid any delay in project execution.</a:t>
            </a:r>
          </a:p>
        </p:txBody>
      </p:sp>
      <p:sp>
        <p:nvSpPr>
          <p:cNvPr id="34" name="Footer Placeholder 10">
            <a:extLst>
              <a:ext uri="{FF2B5EF4-FFF2-40B4-BE49-F238E27FC236}">
                <a16:creationId xmlns:a16="http://schemas.microsoft.com/office/drawing/2014/main" id="{517245B3-D5B7-492E-2E29-8193CAA9C53A}"/>
              </a:ext>
            </a:extLst>
          </p:cNvPr>
          <p:cNvSpPr>
            <a:spLocks noGrp="1"/>
          </p:cNvSpPr>
          <p:nvPr>
            <p:ph type="ftr" sz="quarter" idx="10"/>
          </p:nvPr>
        </p:nvSpPr>
        <p:spPr>
          <a:xfrm>
            <a:off x="894166" y="6465600"/>
            <a:ext cx="198291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Copyright © </a:t>
            </a:r>
            <a:r>
              <a:rPr lang="en-US">
                <a:solidFill>
                  <a:srgbClr val="000000">
                    <a:alpha val="50000"/>
                  </a:srgbClr>
                </a:solidFill>
                <a:latin typeface="HCLTech Roobert Light"/>
              </a:rPr>
              <a:t>2026</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a:t>
            </a:r>
            <a:r>
              <a:rPr kumimoji="0" lang="en-US" sz="800" b="0" i="0" u="none" strike="noStrike" kern="1200" cap="none" spc="0" normalizeH="0" baseline="0" noProof="0" err="1">
                <a:ln>
                  <a:noFill/>
                </a:ln>
                <a:solidFill>
                  <a:srgbClr val="000000">
                    <a:alpha val="50000"/>
                  </a:srgbClr>
                </a:solidFill>
                <a:effectLst/>
                <a:uLnTx/>
                <a:uFillTx/>
                <a:latin typeface="HCLTech Roobert Light"/>
                <a:ea typeface="+mn-ea"/>
                <a:cs typeface="+mn-cs"/>
              </a:rPr>
              <a:t>HCLTech</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 Confidential</a:t>
            </a:r>
          </a:p>
        </p:txBody>
      </p:sp>
      <p:sp>
        <p:nvSpPr>
          <p:cNvPr id="35" name="Slide Number Placeholder 11">
            <a:extLst>
              <a:ext uri="{FF2B5EF4-FFF2-40B4-BE49-F238E27FC236}">
                <a16:creationId xmlns:a16="http://schemas.microsoft.com/office/drawing/2014/main" id="{64B320C2-B345-FF07-8B31-AC02FAB6D620}"/>
              </a:ext>
            </a:extLst>
          </p:cNvPr>
          <p:cNvSpPr>
            <a:spLocks noGrp="1"/>
          </p:cNvSpPr>
          <p:nvPr>
            <p:ph type="sldNum" sz="quarter" idx="11"/>
          </p:nvPr>
        </p:nvSpPr>
        <p:spPr>
          <a:xfrm>
            <a:off x="625671" y="6465600"/>
            <a:ext cx="150682"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E577F39-B882-FB4F-BD46-95C2A231B68A}" type="slidenum">
              <a:rPr kumimoji="0" lang="en-US" sz="800" b="0" i="0" u="none" strike="noStrike" kern="1200" cap="none" spc="0" normalizeH="0" baseline="0" noProof="0" smtClean="0">
                <a:ln>
                  <a:noFill/>
                </a:ln>
                <a:solidFill>
                  <a:srgbClr val="000000">
                    <a:alpha val="50000"/>
                  </a:srgbClr>
                </a:solidFill>
                <a:effectLst/>
                <a:uLnTx/>
                <a:uFillTx/>
                <a:latin typeface="HCLTech Roobert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endParaRPr>
          </a:p>
        </p:txBody>
      </p:sp>
    </p:spTree>
    <p:extLst>
      <p:ext uri="{BB962C8B-B14F-4D97-AF65-F5344CB8AC3E}">
        <p14:creationId xmlns:p14="http://schemas.microsoft.com/office/powerpoint/2010/main" val="1109753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FF852-9B29-1B27-F413-264E9B069481}"/>
            </a:ext>
          </a:extLst>
        </p:cNvPr>
        <p:cNvGrpSpPr/>
        <p:nvPr/>
      </p:nvGrpSpPr>
      <p:grpSpPr>
        <a:xfrm>
          <a:off x="0" y="0"/>
          <a:ext cx="0" cy="0"/>
          <a:chOff x="0" y="0"/>
          <a:chExt cx="0" cy="0"/>
        </a:xfrm>
      </p:grpSpPr>
      <p:pic>
        <p:nvPicPr>
          <p:cNvPr id="15" name="object 9">
            <a:extLst>
              <a:ext uri="{FF2B5EF4-FFF2-40B4-BE49-F238E27FC236}">
                <a16:creationId xmlns:a16="http://schemas.microsoft.com/office/drawing/2014/main" id="{D40CC5D0-1752-6273-8D60-F9E41416A620}"/>
              </a:ext>
              <a:ext uri="{C183D7F6-B498-43B3-948B-1728B52AA6E4}">
                <adec:decorative xmlns:adec="http://schemas.microsoft.com/office/drawing/2017/decorative" val="1"/>
              </a:ext>
            </a:extLst>
          </p:cNvPr>
          <p:cNvPicPr/>
          <p:nvPr/>
        </p:nvPicPr>
        <p:blipFill>
          <a:blip r:embed="rId3" cstate="screen">
            <a:extLst>
              <a:ext uri="{28A0092B-C50C-407E-A947-70E740481C1C}">
                <a14:useLocalDpi xmlns:a14="http://schemas.microsoft.com/office/drawing/2010/main"/>
              </a:ext>
            </a:extLst>
          </a:blip>
          <a:stretch>
            <a:fillRect/>
          </a:stretch>
        </p:blipFill>
        <p:spPr>
          <a:xfrm>
            <a:off x="11206" y="21722"/>
            <a:ext cx="12192000" cy="632700"/>
          </a:xfrm>
          <a:prstGeom prst="rect">
            <a:avLst/>
          </a:prstGeom>
        </p:spPr>
      </p:pic>
      <p:sp>
        <p:nvSpPr>
          <p:cNvPr id="23" name="Text 0">
            <a:extLst>
              <a:ext uri="{FF2B5EF4-FFF2-40B4-BE49-F238E27FC236}">
                <a16:creationId xmlns:a16="http://schemas.microsoft.com/office/drawing/2014/main" id="{3B458794-6EBA-70FC-6B2D-A1683E9E0332}"/>
              </a:ext>
            </a:extLst>
          </p:cNvPr>
          <p:cNvSpPr/>
          <p:nvPr/>
        </p:nvSpPr>
        <p:spPr>
          <a:xfrm>
            <a:off x="87312" y="140387"/>
            <a:ext cx="11247120" cy="384048"/>
          </a:xfrm>
          <a:prstGeom prst="rect">
            <a:avLst/>
          </a:prstGeom>
          <a:noFill/>
          <a:ln/>
        </p:spPr>
        <p:txBody>
          <a:bodyPr wrap="square" lIns="0" tIns="0" rIns="0" bIns="0" rtlCol="0" anchor="ctr"/>
          <a:lstStyle/>
          <a:p>
            <a:r>
              <a:rPr lang="en-US" sz="2400" b="1">
                <a:solidFill>
                  <a:srgbClr val="FFFFFF"/>
                </a:solidFill>
                <a:latin typeface="HCLTech Roobert ExtraBold"/>
                <a:cs typeface="HCLTech Roobert ExtraBold"/>
              </a:rPr>
              <a:t>Non-Functional Requirements</a:t>
            </a:r>
            <a:endParaRPr lang="en-US">
              <a:ea typeface="+mj-ea"/>
            </a:endParaRPr>
          </a:p>
        </p:txBody>
      </p:sp>
      <p:sp>
        <p:nvSpPr>
          <p:cNvPr id="3" name="TextBox 2">
            <a:extLst>
              <a:ext uri="{FF2B5EF4-FFF2-40B4-BE49-F238E27FC236}">
                <a16:creationId xmlns:a16="http://schemas.microsoft.com/office/drawing/2014/main" id="{442E1C5D-80AF-24D4-7241-B48BC62F065C}"/>
              </a:ext>
            </a:extLst>
          </p:cNvPr>
          <p:cNvSpPr txBox="1"/>
          <p:nvPr/>
        </p:nvSpPr>
        <p:spPr>
          <a:xfrm>
            <a:off x="354724" y="823053"/>
            <a:ext cx="11566879" cy="461402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lnSpc>
                <a:spcPct val="150000"/>
              </a:lnSpc>
              <a:spcBef>
                <a:spcPts val="600"/>
              </a:spcBef>
              <a:buFont typeface="Arial" panose="020B0604020202020204" pitchFamily="34" charset="0"/>
              <a:buChar char="•"/>
            </a:pPr>
            <a:r>
              <a:rPr lang="en-US" sz="1400">
                <a:latin typeface="HCLTech Roobert"/>
                <a:cs typeface="HCLTech Roobert"/>
              </a:rPr>
              <a:t>The solution shall provide 24x7 availability, excluding scheduled maintenance windows.</a:t>
            </a:r>
          </a:p>
          <a:p>
            <a:pPr marL="285750" indent="-285750">
              <a:lnSpc>
                <a:spcPct val="150000"/>
              </a:lnSpc>
              <a:spcBef>
                <a:spcPts val="600"/>
              </a:spcBef>
              <a:buFont typeface="Arial" panose="020B0604020202020204" pitchFamily="34" charset="0"/>
              <a:buChar char="•"/>
            </a:pPr>
            <a:r>
              <a:rPr lang="en-US" sz="1400">
                <a:latin typeface="HCLTech Roobert"/>
                <a:cs typeface="HCLTech Roobert"/>
              </a:rPr>
              <a:t>The solution shall be accessible through Microsoft Edge and other approved enterprise browsers.</a:t>
            </a:r>
          </a:p>
          <a:p>
            <a:pPr marL="285750" indent="-285750">
              <a:lnSpc>
                <a:spcPct val="150000"/>
              </a:lnSpc>
              <a:spcBef>
                <a:spcPts val="600"/>
              </a:spcBef>
              <a:buFont typeface="Arial" panose="020B0604020202020204" pitchFamily="34" charset="0"/>
              <a:buChar char="•"/>
            </a:pPr>
            <a:r>
              <a:rPr lang="en-US" sz="1400">
                <a:latin typeface="HCLTech Roobert"/>
                <a:cs typeface="HCLTech Roobert"/>
              </a:rPr>
              <a:t>All uploaded documents shall be securely stored and managed within SharePoint Online.</a:t>
            </a:r>
          </a:p>
          <a:p>
            <a:pPr marL="285750" indent="-285750">
              <a:lnSpc>
                <a:spcPct val="150000"/>
              </a:lnSpc>
              <a:spcBef>
                <a:spcPts val="600"/>
              </a:spcBef>
              <a:buFont typeface="Arial" panose="020B0604020202020204" pitchFamily="34" charset="0"/>
              <a:buChar char="•"/>
            </a:pPr>
            <a:r>
              <a:rPr lang="en-US" sz="1400">
                <a:latin typeface="HCLTech Roobert"/>
                <a:cs typeface="HCLTech Roobert"/>
              </a:rPr>
              <a:t>Request records, associated documents, and evaluation reports shall be retained for a minimum of seven (7) years.</a:t>
            </a:r>
          </a:p>
          <a:p>
            <a:pPr marL="285750" indent="-285750">
              <a:lnSpc>
                <a:spcPct val="150000"/>
              </a:lnSpc>
              <a:spcBef>
                <a:spcPts val="600"/>
              </a:spcBef>
              <a:buFont typeface="Arial" panose="020B0604020202020204" pitchFamily="34" charset="0"/>
              <a:buChar char="•"/>
            </a:pPr>
            <a:r>
              <a:rPr lang="en-US" sz="1400">
                <a:latin typeface="HCLTech Roobert"/>
                <a:cs typeface="HCLTech Roobert"/>
              </a:rPr>
              <a:t>Audit logs shall be retained for a minimum of seven (7) years in accordance with organizational compliance requirements.</a:t>
            </a:r>
          </a:p>
          <a:p>
            <a:pPr marL="285750" indent="-285750">
              <a:lnSpc>
                <a:spcPct val="150000"/>
              </a:lnSpc>
              <a:spcBef>
                <a:spcPts val="600"/>
              </a:spcBef>
              <a:buFont typeface="Arial" panose="020B0604020202020204" pitchFamily="34" charset="0"/>
              <a:buChar char="•"/>
            </a:pPr>
            <a:r>
              <a:rPr lang="en-US" sz="1400">
                <a:latin typeface="HCLTech Roobert"/>
                <a:cs typeface="HCLTech Roobert"/>
              </a:rPr>
              <a:t>All user actions shall be fully auditable through comprehensive activity logs and audit trails.</a:t>
            </a:r>
          </a:p>
          <a:p>
            <a:pPr marL="285750" indent="-285750">
              <a:lnSpc>
                <a:spcPct val="150000"/>
              </a:lnSpc>
              <a:spcBef>
                <a:spcPts val="600"/>
              </a:spcBef>
              <a:buFont typeface="Arial" panose="020B0604020202020204" pitchFamily="34" charset="0"/>
              <a:buChar char="•"/>
            </a:pPr>
            <a:r>
              <a:rPr lang="en-US" sz="1400">
                <a:latin typeface="HCLTech Roobert"/>
                <a:cs typeface="HCLTech Roobert"/>
              </a:rPr>
              <a:t>The solution shall support future expansion in users, institutions, requests, and data volumes through a scalable architecture.</a:t>
            </a:r>
          </a:p>
          <a:p>
            <a:pPr marL="285750" indent="-285750">
              <a:lnSpc>
                <a:spcPct val="150000"/>
              </a:lnSpc>
              <a:spcBef>
                <a:spcPts val="600"/>
              </a:spcBef>
              <a:buFont typeface="Arial" panose="020B0604020202020204" pitchFamily="34" charset="0"/>
              <a:buChar char="•"/>
            </a:pPr>
            <a:r>
              <a:rPr lang="en-US" sz="1400">
                <a:latin typeface="HCLTech Roobert"/>
                <a:cs typeface="HCLTech Roobert"/>
              </a:rPr>
              <a:t>The solution shall retain completed request records in accordance with Lam's record retention and compliance requirements.</a:t>
            </a:r>
          </a:p>
          <a:p>
            <a:pPr marL="285750" indent="-285750">
              <a:lnSpc>
                <a:spcPct val="150000"/>
              </a:lnSpc>
              <a:spcBef>
                <a:spcPts val="600"/>
              </a:spcBef>
              <a:buFont typeface="Arial" panose="020B0604020202020204" pitchFamily="34" charset="0"/>
              <a:buChar char="•"/>
            </a:pPr>
            <a:r>
              <a:rPr lang="en-US" sz="1400">
                <a:latin typeface="HCLTech Roobert"/>
                <a:cs typeface="HCLTech Roobert"/>
              </a:rPr>
              <a:t>The solution shall enforce role-based access controls to prevent unauthorized access to records, documents, and application functionality.</a:t>
            </a:r>
          </a:p>
          <a:p>
            <a:pPr marL="285750" indent="-285750">
              <a:lnSpc>
                <a:spcPct val="150000"/>
              </a:lnSpc>
              <a:spcBef>
                <a:spcPts val="600"/>
              </a:spcBef>
              <a:buFont typeface="Arial" panose="020B0604020202020204" pitchFamily="34" charset="0"/>
              <a:buChar char="•"/>
            </a:pPr>
            <a:r>
              <a:rPr lang="en-US" sz="1400">
                <a:latin typeface="HCLTech Roobert"/>
                <a:cs typeface="HCLTech Roobert"/>
              </a:rPr>
              <a:t>Application configuration changes shall be fully auditable to support governance, compliance, and operational oversight.</a:t>
            </a:r>
          </a:p>
          <a:p>
            <a:pPr marL="285750" indent="-285750">
              <a:lnSpc>
                <a:spcPct val="150000"/>
              </a:lnSpc>
              <a:spcBef>
                <a:spcPts val="600"/>
              </a:spcBef>
              <a:buFont typeface="Arial" panose="020B0604020202020204" pitchFamily="34" charset="0"/>
              <a:buChar char="•"/>
            </a:pPr>
            <a:r>
              <a:rPr lang="en-US" sz="1400">
                <a:latin typeface="HCLTech Roobert"/>
                <a:cs typeface="HCLTech Roobert"/>
              </a:rPr>
              <a:t>The solution shall utilize an extensible architecture that enables future integrations with enterprise systems and external applications without significant redesign.</a:t>
            </a:r>
          </a:p>
        </p:txBody>
      </p:sp>
      <p:sp>
        <p:nvSpPr>
          <p:cNvPr id="4" name="Footer Placeholder 10">
            <a:extLst>
              <a:ext uri="{FF2B5EF4-FFF2-40B4-BE49-F238E27FC236}">
                <a16:creationId xmlns:a16="http://schemas.microsoft.com/office/drawing/2014/main" id="{4934759F-F1C1-CA88-757F-AC3B57039A5A}"/>
              </a:ext>
            </a:extLst>
          </p:cNvPr>
          <p:cNvSpPr>
            <a:spLocks noGrp="1"/>
          </p:cNvSpPr>
          <p:nvPr>
            <p:ph type="ftr" sz="quarter" idx="10"/>
          </p:nvPr>
        </p:nvSpPr>
        <p:spPr>
          <a:xfrm>
            <a:off x="894166" y="6465600"/>
            <a:ext cx="198291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Copyright © </a:t>
            </a:r>
            <a:r>
              <a:rPr lang="en-US">
                <a:solidFill>
                  <a:srgbClr val="000000">
                    <a:alpha val="50000"/>
                  </a:srgbClr>
                </a:solidFill>
                <a:latin typeface="HCLTech Roobert Light"/>
              </a:rPr>
              <a:t>2026</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a:t>
            </a:r>
            <a:r>
              <a:rPr kumimoji="0" lang="en-US" sz="800" b="0" i="0" u="none" strike="noStrike" kern="1200" cap="none" spc="0" normalizeH="0" baseline="0" noProof="0" err="1">
                <a:ln>
                  <a:noFill/>
                </a:ln>
                <a:solidFill>
                  <a:srgbClr val="000000">
                    <a:alpha val="50000"/>
                  </a:srgbClr>
                </a:solidFill>
                <a:effectLst/>
                <a:uLnTx/>
                <a:uFillTx/>
                <a:latin typeface="HCLTech Roobert Light"/>
                <a:ea typeface="+mn-ea"/>
                <a:cs typeface="+mn-cs"/>
              </a:rPr>
              <a:t>HCLTech</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 Confidential</a:t>
            </a:r>
          </a:p>
        </p:txBody>
      </p:sp>
      <p:sp>
        <p:nvSpPr>
          <p:cNvPr id="5" name="Slide Number Placeholder 11">
            <a:extLst>
              <a:ext uri="{FF2B5EF4-FFF2-40B4-BE49-F238E27FC236}">
                <a16:creationId xmlns:a16="http://schemas.microsoft.com/office/drawing/2014/main" id="{39D22A73-12C6-0865-CD50-43F0C777FFE4}"/>
              </a:ext>
            </a:extLst>
          </p:cNvPr>
          <p:cNvSpPr>
            <a:spLocks noGrp="1"/>
          </p:cNvSpPr>
          <p:nvPr>
            <p:ph type="sldNum" sz="quarter" idx="11"/>
          </p:nvPr>
        </p:nvSpPr>
        <p:spPr>
          <a:xfrm>
            <a:off x="625671" y="6465600"/>
            <a:ext cx="150682"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E577F39-B882-FB4F-BD46-95C2A231B68A}" type="slidenum">
              <a:rPr kumimoji="0" lang="en-US" sz="800" b="0" i="0" u="none" strike="noStrike" kern="1200" cap="none" spc="0" normalizeH="0" baseline="0" noProof="0" smtClean="0">
                <a:ln>
                  <a:noFill/>
                </a:ln>
                <a:solidFill>
                  <a:srgbClr val="000000">
                    <a:alpha val="50000"/>
                  </a:srgbClr>
                </a:solidFill>
                <a:effectLst/>
                <a:uLnTx/>
                <a:uFillTx/>
                <a:latin typeface="HCLTech Roobert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endParaRPr>
          </a:p>
        </p:txBody>
      </p:sp>
    </p:spTree>
    <p:extLst>
      <p:ext uri="{BB962C8B-B14F-4D97-AF65-F5344CB8AC3E}">
        <p14:creationId xmlns:p14="http://schemas.microsoft.com/office/powerpoint/2010/main" val="2580485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97DE6-F7E6-831F-4B00-42F8FFBC4D1C}"/>
            </a:ext>
          </a:extLst>
        </p:cNvPr>
        <p:cNvGrpSpPr/>
        <p:nvPr/>
      </p:nvGrpSpPr>
      <p:grpSpPr>
        <a:xfrm>
          <a:off x="0" y="0"/>
          <a:ext cx="0" cy="0"/>
          <a:chOff x="0" y="0"/>
          <a:chExt cx="0" cy="0"/>
        </a:xfrm>
      </p:grpSpPr>
      <p:pic>
        <p:nvPicPr>
          <p:cNvPr id="15" name="object 9">
            <a:extLst>
              <a:ext uri="{FF2B5EF4-FFF2-40B4-BE49-F238E27FC236}">
                <a16:creationId xmlns:a16="http://schemas.microsoft.com/office/drawing/2014/main" id="{96D6C439-C8DF-89F6-0691-6424B6B6C9C5}"/>
              </a:ext>
              <a:ext uri="{C183D7F6-B498-43B3-948B-1728B52AA6E4}">
                <adec:decorative xmlns:adec="http://schemas.microsoft.com/office/drawing/2017/decorative" val="1"/>
              </a:ext>
            </a:extLst>
          </p:cNvPr>
          <p:cNvPicPr/>
          <p:nvPr/>
        </p:nvPicPr>
        <p:blipFill>
          <a:blip r:embed="rId3" cstate="screen">
            <a:extLst>
              <a:ext uri="{28A0092B-C50C-407E-A947-70E740481C1C}">
                <a14:useLocalDpi xmlns:a14="http://schemas.microsoft.com/office/drawing/2010/main"/>
              </a:ext>
            </a:extLst>
          </a:blip>
          <a:stretch>
            <a:fillRect/>
          </a:stretch>
        </p:blipFill>
        <p:spPr>
          <a:xfrm>
            <a:off x="11206" y="21722"/>
            <a:ext cx="12192000" cy="632700"/>
          </a:xfrm>
          <a:prstGeom prst="rect">
            <a:avLst/>
          </a:prstGeom>
        </p:spPr>
      </p:pic>
      <p:sp>
        <p:nvSpPr>
          <p:cNvPr id="23" name="Text 0">
            <a:extLst>
              <a:ext uri="{FF2B5EF4-FFF2-40B4-BE49-F238E27FC236}">
                <a16:creationId xmlns:a16="http://schemas.microsoft.com/office/drawing/2014/main" id="{D218CFB8-E385-8B07-E473-6514EEE20612}"/>
              </a:ext>
            </a:extLst>
          </p:cNvPr>
          <p:cNvSpPr/>
          <p:nvPr/>
        </p:nvSpPr>
        <p:spPr>
          <a:xfrm>
            <a:off x="87312" y="140387"/>
            <a:ext cx="11247120" cy="384048"/>
          </a:xfrm>
          <a:prstGeom prst="rect">
            <a:avLst/>
          </a:prstGeom>
          <a:noFill/>
          <a:ln/>
        </p:spPr>
        <p:txBody>
          <a:bodyPr wrap="square" lIns="0" tIns="0" rIns="0" bIns="0" rtlCol="0" anchor="ctr"/>
          <a:lstStyle/>
          <a:p>
            <a:r>
              <a:rPr lang="en-US" sz="2400" b="1">
                <a:solidFill>
                  <a:srgbClr val="FFFFFF"/>
                </a:solidFill>
                <a:latin typeface="HCLTech Roobert ExtraBold"/>
                <a:cs typeface="HCLTech Roobert ExtraBold"/>
              </a:rPr>
              <a:t>Commercials</a:t>
            </a:r>
            <a:endParaRPr lang="en-US">
              <a:ea typeface="+mj-ea"/>
            </a:endParaRPr>
          </a:p>
        </p:txBody>
      </p:sp>
      <p:sp>
        <p:nvSpPr>
          <p:cNvPr id="4" name="Rectangle 3">
            <a:extLst>
              <a:ext uri="{FF2B5EF4-FFF2-40B4-BE49-F238E27FC236}">
                <a16:creationId xmlns:a16="http://schemas.microsoft.com/office/drawing/2014/main" id="{5E37FE2C-A6B8-08C8-4674-F8B9E565A35D}"/>
              </a:ext>
            </a:extLst>
          </p:cNvPr>
          <p:cNvSpPr/>
          <p:nvPr/>
        </p:nvSpPr>
        <p:spPr>
          <a:xfrm>
            <a:off x="383192" y="2508014"/>
            <a:ext cx="11507174" cy="1378186"/>
          </a:xfrm>
          <a:prstGeom prst="rect">
            <a:avLst/>
          </a:prstGeom>
          <a:solidFill>
            <a:schemeClr val="accent5">
              <a:lumMod val="20000"/>
              <a:lumOff val="80000"/>
            </a:schemeClr>
          </a:solidFill>
        </p:spPr>
        <p:txBody>
          <a:bodyPr wrap="square" lIns="45720" tIns="45720" rIns="45720" bIns="45720" anchor="t">
            <a:noAutofit/>
          </a:bodyPr>
          <a:lstStyle/>
          <a:p>
            <a:pPr marL="0" marR="0" lvl="1" indent="0" algn="l" defTabSz="914400" rtl="0" eaLnBrk="1" fontAlgn="auto" latinLnBrk="0" hangingPunct="1">
              <a:lnSpc>
                <a:spcPct val="100000"/>
              </a:lnSpc>
              <a:spcBef>
                <a:spcPts val="0"/>
              </a:spcBef>
              <a:spcAft>
                <a:spcPts val="12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HCLTech Roobert" panose="020B0504030202060203" pitchFamily="34" charset="0"/>
                <a:ea typeface="+mn-lt"/>
                <a:cs typeface="HCLTech Roobert" panose="020B0504030202060203" pitchFamily="34" charset="0"/>
              </a:rPr>
              <a:t>Commercial Assumptions:</a:t>
            </a:r>
          </a:p>
          <a:p>
            <a:pPr marL="233045" marR="0" lvl="1" indent="-23304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CLTech Roobert"/>
                <a:ea typeface="+mn-lt"/>
                <a:cs typeface="HCLTech Roobert" panose="020B0504030202060203" pitchFamily="34" charset="0"/>
              </a:rPr>
              <a:t>The engagement will be delivered on Fixed price basis. Any major deviations to scope may have an impact to commercials and schedule – the same would be discussed and mutually agreed with LAM prior to the implementation of the change request.</a:t>
            </a:r>
            <a:endParaRPr lang="en-US" sz="1200" b="0" i="0" u="none" strike="noStrike" kern="1200" cap="none" spc="0" normalizeH="0" baseline="0" noProof="0">
              <a:ln>
                <a:noFill/>
              </a:ln>
              <a:solidFill>
                <a:srgbClr val="000000"/>
              </a:solidFill>
              <a:effectLst/>
              <a:uLnTx/>
              <a:uFillTx/>
              <a:latin typeface="HCLTech Roobert"/>
              <a:ea typeface="+mn-lt"/>
              <a:cs typeface="HCLTech Roobert" panose="020B0504030202060203" pitchFamily="34" charset="0"/>
            </a:endParaRPr>
          </a:p>
          <a:p>
            <a:pPr marL="233045" marR="0" lvl="1" indent="-23304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CLTech Roobert" panose="020B0504030202060203" pitchFamily="34" charset="0"/>
                <a:ea typeface="+mn-lt"/>
                <a:cs typeface="HCLTech Roobert" panose="020B0504030202060203" pitchFamily="34" charset="0"/>
              </a:rPr>
              <a:t>The price quoted above in USD is exclusive of taxes and duties such as VAT, GST, business tax, sales and use tax, service tax, lease tax, custom duty and all similar taxes and duties</a:t>
            </a:r>
          </a:p>
        </p:txBody>
      </p:sp>
      <p:graphicFrame>
        <p:nvGraphicFramePr>
          <p:cNvPr id="6" name="Table 5">
            <a:extLst>
              <a:ext uri="{FF2B5EF4-FFF2-40B4-BE49-F238E27FC236}">
                <a16:creationId xmlns:a16="http://schemas.microsoft.com/office/drawing/2014/main" id="{DB60792F-0C36-4429-0646-3EACFDA5991D}"/>
              </a:ext>
            </a:extLst>
          </p:cNvPr>
          <p:cNvGraphicFramePr>
            <a:graphicFrameLocks noGrp="1"/>
          </p:cNvGraphicFramePr>
          <p:nvPr/>
        </p:nvGraphicFramePr>
        <p:xfrm>
          <a:off x="399154" y="1118668"/>
          <a:ext cx="8567046" cy="716050"/>
        </p:xfrm>
        <a:graphic>
          <a:graphicData uri="http://schemas.openxmlformats.org/drawingml/2006/table">
            <a:tbl>
              <a:tblPr/>
              <a:tblGrid>
                <a:gridCol w="5778783">
                  <a:extLst>
                    <a:ext uri="{9D8B030D-6E8A-4147-A177-3AD203B41FA5}">
                      <a16:colId xmlns:a16="http://schemas.microsoft.com/office/drawing/2014/main" val="3660627476"/>
                    </a:ext>
                  </a:extLst>
                </a:gridCol>
                <a:gridCol w="2788263">
                  <a:extLst>
                    <a:ext uri="{9D8B030D-6E8A-4147-A177-3AD203B41FA5}">
                      <a16:colId xmlns:a16="http://schemas.microsoft.com/office/drawing/2014/main" val="1798604474"/>
                    </a:ext>
                  </a:extLst>
                </a:gridCol>
              </a:tblGrid>
              <a:tr h="342968">
                <a:tc>
                  <a:txBody>
                    <a:bodyPr/>
                    <a:lstStyle/>
                    <a:p>
                      <a:pPr algn="ctr" fontAlgn="ctr"/>
                      <a:r>
                        <a:rPr lang="en-US" sz="1600" b="1" i="0" u="none" strike="noStrike">
                          <a:solidFill>
                            <a:schemeClr val="bg1"/>
                          </a:solidFill>
                          <a:effectLst/>
                          <a:latin typeface="HCLTech Roobert"/>
                          <a:cs typeface="HCLTech Roobert" pitchFamily="50" charset="0"/>
                        </a:rPr>
                        <a:t>Scope of work</a:t>
                      </a:r>
                    </a:p>
                  </a:txBody>
                  <a:tcPr marR="6350" marT="6350" marB="0" anchor="ctr">
                    <a:lnL w="19050" cap="flat" cmpd="sng" algn="ctr">
                      <a:solidFill>
                        <a:schemeClr val="tx2">
                          <a:lumMod val="20000"/>
                          <a:lumOff val="80000"/>
                        </a:schemeClr>
                      </a:solidFill>
                      <a:prstDash val="solid"/>
                      <a:round/>
                      <a:headEnd type="none" w="med" len="med"/>
                      <a:tailEnd type="none" w="med" len="med"/>
                    </a:lnL>
                    <a:lnR w="19050" cap="flat" cmpd="sng" algn="ctr">
                      <a:solidFill>
                        <a:schemeClr val="tx2">
                          <a:lumMod val="20000"/>
                          <a:lumOff val="80000"/>
                        </a:schemeClr>
                      </a:solidFill>
                      <a:prstDash val="solid"/>
                      <a:round/>
                      <a:headEnd type="none" w="med" len="med"/>
                      <a:tailEnd type="none" w="med" len="med"/>
                    </a:lnR>
                    <a:lnT w="19050" cap="flat" cmpd="sng" algn="ctr">
                      <a:solidFill>
                        <a:schemeClr val="tx2">
                          <a:lumMod val="20000"/>
                          <a:lumOff val="80000"/>
                        </a:schemeClr>
                      </a:solidFill>
                      <a:prstDash val="solid"/>
                      <a:round/>
                      <a:headEnd type="none" w="med" len="med"/>
                      <a:tailEnd type="none" w="med" len="med"/>
                    </a:lnT>
                    <a:lnB w="1905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1600" b="1" i="0" u="none" strike="noStrike">
                          <a:solidFill>
                            <a:schemeClr val="bg1"/>
                          </a:solidFill>
                          <a:effectLst/>
                          <a:latin typeface="HCLTech Roobert"/>
                          <a:cs typeface="HCLTech Roobert" pitchFamily="50" charset="0"/>
                        </a:rPr>
                        <a:t>Price </a:t>
                      </a:r>
                    </a:p>
                  </a:txBody>
                  <a:tcPr marR="6350" marT="6350" marB="0" anchor="ctr">
                    <a:lnL w="19050" cap="flat" cmpd="sng" algn="ctr">
                      <a:solidFill>
                        <a:schemeClr val="tx2">
                          <a:lumMod val="20000"/>
                          <a:lumOff val="80000"/>
                        </a:schemeClr>
                      </a:solidFill>
                      <a:prstDash val="solid"/>
                      <a:round/>
                      <a:headEnd type="none" w="med" len="med"/>
                      <a:tailEnd type="none" w="med" len="med"/>
                    </a:lnL>
                    <a:lnR w="19050" cap="flat" cmpd="sng" algn="ctr">
                      <a:solidFill>
                        <a:schemeClr val="tx2">
                          <a:lumMod val="20000"/>
                          <a:lumOff val="80000"/>
                        </a:schemeClr>
                      </a:solidFill>
                      <a:prstDash val="solid"/>
                      <a:round/>
                      <a:headEnd type="none" w="med" len="med"/>
                      <a:tailEnd type="none" w="med" len="med"/>
                    </a:lnR>
                    <a:lnT w="19050" cap="flat" cmpd="sng" algn="ctr">
                      <a:solidFill>
                        <a:schemeClr val="tx2">
                          <a:lumMod val="20000"/>
                          <a:lumOff val="80000"/>
                        </a:schemeClr>
                      </a:solidFill>
                      <a:prstDash val="solid"/>
                      <a:round/>
                      <a:headEnd type="none" w="med" len="med"/>
                      <a:tailEnd type="none" w="med" len="med"/>
                    </a:lnT>
                    <a:lnB w="1905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289498632"/>
                  </a:ext>
                </a:extLst>
              </a:tr>
              <a:tr h="373082">
                <a:tc>
                  <a:txBody>
                    <a:bodyPr/>
                    <a:lstStyle/>
                    <a:p>
                      <a:pPr lvl="0" algn="l">
                        <a:buNone/>
                      </a:pPr>
                      <a:r>
                        <a:rPr lang="en-US" sz="1400" b="0" i="0" u="none" strike="noStrike">
                          <a:effectLst/>
                          <a:latin typeface="HCLTech Roobert"/>
                          <a:cs typeface="HCLTech Roobert" pitchFamily="50" charset="0"/>
                        </a:rPr>
                        <a:t>Pricing for TV Request Application Development</a:t>
                      </a:r>
                    </a:p>
                  </a:txBody>
                  <a:tcPr marR="6350" marT="6350" marB="0" anchor="ctr">
                    <a:lnL w="19050" cap="flat" cmpd="sng" algn="ctr">
                      <a:solidFill>
                        <a:schemeClr val="tx2">
                          <a:lumMod val="20000"/>
                          <a:lumOff val="80000"/>
                        </a:schemeClr>
                      </a:solidFill>
                      <a:prstDash val="solid"/>
                      <a:round/>
                      <a:headEnd type="none" w="med" len="med"/>
                      <a:tailEnd type="none" w="med" len="med"/>
                    </a:lnL>
                    <a:lnR w="19050" cap="flat" cmpd="sng" algn="ctr">
                      <a:solidFill>
                        <a:schemeClr val="tx2">
                          <a:lumMod val="20000"/>
                          <a:lumOff val="80000"/>
                        </a:schemeClr>
                      </a:solidFill>
                      <a:prstDash val="solid"/>
                      <a:round/>
                      <a:headEnd type="none" w="med" len="med"/>
                      <a:tailEnd type="none" w="med" len="med"/>
                    </a:lnR>
                    <a:lnT w="19050" cap="flat" cmpd="sng" algn="ctr">
                      <a:solidFill>
                        <a:schemeClr val="tx2">
                          <a:lumMod val="20000"/>
                          <a:lumOff val="80000"/>
                        </a:schemeClr>
                      </a:solidFill>
                      <a:prstDash val="solid"/>
                      <a:round/>
                      <a:headEnd type="none" w="med" len="med"/>
                      <a:tailEnd type="none" w="med" len="med"/>
                    </a:lnT>
                    <a:lnB w="1905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800" kern="1200">
                          <a:solidFill>
                            <a:schemeClr val="tx1"/>
                          </a:solidFill>
                          <a:effectLst/>
                          <a:latin typeface="HCL Tech Roobert"/>
                          <a:ea typeface="+mn-ea"/>
                          <a:cs typeface="+mn-cs"/>
                        </a:rPr>
                        <a:t>USD $</a:t>
                      </a:r>
                      <a:r>
                        <a:rPr lang="en-US" sz="1800" b="1" kern="1200">
                          <a:solidFill>
                            <a:schemeClr val="tx1"/>
                          </a:solidFill>
                          <a:effectLst/>
                          <a:latin typeface="HCL Tech Roobert"/>
                          <a:ea typeface="+mn-ea"/>
                          <a:cs typeface="+mn-cs"/>
                        </a:rPr>
                        <a:t>58,950</a:t>
                      </a:r>
                      <a:endParaRPr lang="en-US" sz="1400" kern="1200">
                        <a:solidFill>
                          <a:schemeClr val="tx1"/>
                        </a:solidFill>
                        <a:latin typeface="HCL Tech Roobert"/>
                        <a:ea typeface="+mn-ea"/>
                        <a:cs typeface="HCLTech Roobert" pitchFamily="50" charset="0"/>
                      </a:endParaRPr>
                    </a:p>
                  </a:txBody>
                  <a:tcPr marL="6350" marR="6350" marT="6350" marB="0" anchor="ctr">
                    <a:lnL w="19050" cap="flat" cmpd="sng" algn="ctr">
                      <a:solidFill>
                        <a:schemeClr val="tx2">
                          <a:lumMod val="20000"/>
                          <a:lumOff val="80000"/>
                        </a:schemeClr>
                      </a:solidFill>
                      <a:prstDash val="solid"/>
                      <a:round/>
                      <a:headEnd type="none" w="med" len="med"/>
                      <a:tailEnd type="none" w="med" len="med"/>
                    </a:lnL>
                    <a:lnR w="19050" cap="flat" cmpd="sng" algn="ctr">
                      <a:solidFill>
                        <a:schemeClr val="tx2">
                          <a:lumMod val="20000"/>
                          <a:lumOff val="80000"/>
                        </a:schemeClr>
                      </a:solidFill>
                      <a:prstDash val="solid"/>
                      <a:round/>
                      <a:headEnd type="none" w="med" len="med"/>
                      <a:tailEnd type="none" w="med" len="med"/>
                    </a:lnR>
                    <a:lnT w="19050" cap="flat" cmpd="sng" algn="ctr">
                      <a:solidFill>
                        <a:schemeClr val="tx2">
                          <a:lumMod val="20000"/>
                          <a:lumOff val="80000"/>
                        </a:schemeClr>
                      </a:solidFill>
                      <a:prstDash val="solid"/>
                      <a:round/>
                      <a:headEnd type="none" w="med" len="med"/>
                      <a:tailEnd type="none" w="med" len="med"/>
                    </a:lnT>
                    <a:lnB w="1905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9263732"/>
                  </a:ext>
                </a:extLst>
              </a:tr>
            </a:tbl>
          </a:graphicData>
        </a:graphic>
      </p:graphicFrame>
      <p:sp>
        <p:nvSpPr>
          <p:cNvPr id="7" name="Footer Placeholder 10">
            <a:extLst>
              <a:ext uri="{FF2B5EF4-FFF2-40B4-BE49-F238E27FC236}">
                <a16:creationId xmlns:a16="http://schemas.microsoft.com/office/drawing/2014/main" id="{C2B2A92A-7851-59DE-FA9E-A750E7BFDB26}"/>
              </a:ext>
            </a:extLst>
          </p:cNvPr>
          <p:cNvSpPr>
            <a:spLocks noGrp="1"/>
          </p:cNvSpPr>
          <p:nvPr>
            <p:ph type="ftr" sz="quarter" idx="10"/>
          </p:nvPr>
        </p:nvSpPr>
        <p:spPr>
          <a:xfrm>
            <a:off x="894166" y="6465600"/>
            <a:ext cx="1982915"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Copyright © </a:t>
            </a:r>
            <a:r>
              <a:rPr lang="en-US">
                <a:solidFill>
                  <a:srgbClr val="000000">
                    <a:alpha val="50000"/>
                  </a:srgbClr>
                </a:solidFill>
                <a:latin typeface="HCLTech Roobert Light"/>
              </a:rPr>
              <a:t>2026</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a:t>
            </a:r>
            <a:r>
              <a:rPr kumimoji="0" lang="en-US" sz="800" b="0" i="0" u="none" strike="noStrike" kern="1200" cap="none" spc="0" normalizeH="0" baseline="0" noProof="0" err="1">
                <a:ln>
                  <a:noFill/>
                </a:ln>
                <a:solidFill>
                  <a:srgbClr val="000000">
                    <a:alpha val="50000"/>
                  </a:srgbClr>
                </a:solidFill>
                <a:effectLst/>
                <a:uLnTx/>
                <a:uFillTx/>
                <a:latin typeface="HCLTech Roobert Light"/>
                <a:ea typeface="+mn-ea"/>
                <a:cs typeface="+mn-cs"/>
              </a:rPr>
              <a:t>HCLTech</a:t>
            </a:r>
            <a:r>
              <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rPr>
              <a:t> | Confidential</a:t>
            </a:r>
          </a:p>
        </p:txBody>
      </p:sp>
      <p:sp>
        <p:nvSpPr>
          <p:cNvPr id="8" name="Slide Number Placeholder 11">
            <a:extLst>
              <a:ext uri="{FF2B5EF4-FFF2-40B4-BE49-F238E27FC236}">
                <a16:creationId xmlns:a16="http://schemas.microsoft.com/office/drawing/2014/main" id="{B26D8CDD-5CEF-B87D-507C-C42E6C72E210}"/>
              </a:ext>
            </a:extLst>
          </p:cNvPr>
          <p:cNvSpPr>
            <a:spLocks noGrp="1"/>
          </p:cNvSpPr>
          <p:nvPr>
            <p:ph type="sldNum" sz="quarter" idx="11"/>
          </p:nvPr>
        </p:nvSpPr>
        <p:spPr>
          <a:xfrm>
            <a:off x="625671" y="6465600"/>
            <a:ext cx="150682" cy="123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E577F39-B882-FB4F-BD46-95C2A231B68A}" type="slidenum">
              <a:rPr kumimoji="0" lang="en-US" sz="800" b="0" i="0" u="none" strike="noStrike" kern="1200" cap="none" spc="0" normalizeH="0" baseline="0" noProof="0" smtClean="0">
                <a:ln>
                  <a:noFill/>
                </a:ln>
                <a:solidFill>
                  <a:srgbClr val="000000">
                    <a:alpha val="50000"/>
                  </a:srgbClr>
                </a:solidFill>
                <a:effectLst/>
                <a:uLnTx/>
                <a:uFillTx/>
                <a:latin typeface="HCLTech Roobert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00000">
                  <a:alpha val="50000"/>
                </a:srgbClr>
              </a:solidFill>
              <a:effectLst/>
              <a:uLnTx/>
              <a:uFillTx/>
              <a:latin typeface="HCLTech Roobert Light"/>
              <a:ea typeface="+mn-ea"/>
              <a:cs typeface="+mn-cs"/>
            </a:endParaRPr>
          </a:p>
        </p:txBody>
      </p:sp>
    </p:spTree>
    <p:extLst>
      <p:ext uri="{BB962C8B-B14F-4D97-AF65-F5344CB8AC3E}">
        <p14:creationId xmlns:p14="http://schemas.microsoft.com/office/powerpoint/2010/main" val="3697158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EB4AFD-B1AA-6997-BF60-AAE4B92119C8}"/>
              </a:ext>
            </a:extLst>
          </p:cNvPr>
          <p:cNvSpPr>
            <a:spLocks noGrp="1"/>
          </p:cNvSpPr>
          <p:nvPr>
            <p:ph type="sldNum" sz="quarter" idx="4294967295"/>
          </p:nvPr>
        </p:nvSpPr>
        <p:spPr>
          <a:xfrm>
            <a:off x="0" y="6465888"/>
            <a:ext cx="150813" cy="122237"/>
          </a:xfrm>
        </p:spPr>
        <p:txBody>
          <a:bodyPr/>
          <a:lstStyle/>
          <a:p>
            <a:pPr marL="0" marR="0" lvl="0" indent="0" algn="l" defTabSz="914400" rtl="0" eaLnBrk="1" fontAlgn="auto" latinLnBrk="0" hangingPunct="1">
              <a:lnSpc>
                <a:spcPct val="100000"/>
              </a:lnSpc>
              <a:spcBef>
                <a:spcPts val="1800"/>
              </a:spcBef>
              <a:spcAft>
                <a:spcPts val="900"/>
              </a:spcAft>
              <a:buClrTx/>
              <a:buSzTx/>
              <a:buFontTx/>
              <a:buNone/>
              <a:tabLst/>
              <a:defRPr/>
            </a:pPr>
            <a:fld id="{570547DA-62F2-46FF-A67E-24DBD4865419}" type="slidenum">
              <a:rPr kumimoji="0" lang="en-US" sz="800" b="0" i="0" u="none" strike="noStrike" kern="0" cap="none" spc="0" normalizeH="0" baseline="0" noProof="0" smtClean="0">
                <a:ln>
                  <a:noFill/>
                </a:ln>
                <a:solidFill>
                  <a:srgbClr val="FFFFFF">
                    <a:alpha val="50000"/>
                  </a:srgbClr>
                </a:solidFill>
                <a:effectLst/>
                <a:uLnTx/>
                <a:uFillTx/>
                <a:latin typeface="HCLTech Roobert"/>
                <a:ea typeface="+mn-ea"/>
                <a:cs typeface="+mn-cs"/>
              </a:rPr>
              <a:pPr marL="0" marR="0" lvl="0" indent="0" algn="l" defTabSz="914400" rtl="0" eaLnBrk="1" fontAlgn="auto" latinLnBrk="0" hangingPunct="1">
                <a:lnSpc>
                  <a:spcPct val="100000"/>
                </a:lnSpc>
                <a:spcBef>
                  <a:spcPts val="1800"/>
                </a:spcBef>
                <a:spcAft>
                  <a:spcPts val="900"/>
                </a:spcAft>
                <a:buClrTx/>
                <a:buSzTx/>
                <a:buFontTx/>
                <a:buNone/>
                <a:tabLst/>
                <a:defRPr/>
              </a:pPr>
              <a:t>12</a:t>
            </a:fld>
            <a:endParaRPr kumimoji="0" lang="en-US" sz="800" b="0" i="0" u="none" strike="noStrike" kern="0" cap="none" spc="0" normalizeH="0" baseline="0" noProof="0">
              <a:ln>
                <a:noFill/>
              </a:ln>
              <a:solidFill>
                <a:srgbClr val="FFFFFF">
                  <a:alpha val="50000"/>
                </a:srgbClr>
              </a:solidFill>
              <a:effectLst/>
              <a:uLnTx/>
              <a:uFillTx/>
              <a:latin typeface="HCLTech Roobert"/>
              <a:ea typeface="+mn-ea"/>
              <a:cs typeface="+mn-cs"/>
            </a:endParaRPr>
          </a:p>
        </p:txBody>
      </p:sp>
    </p:spTree>
    <p:extLst>
      <p:ext uri="{BB962C8B-B14F-4D97-AF65-F5344CB8AC3E}">
        <p14:creationId xmlns:p14="http://schemas.microsoft.com/office/powerpoint/2010/main" val="3639283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1573</Words>
  <Application>Microsoft Office PowerPoint</Application>
  <PresentationFormat>Widescreen</PresentationFormat>
  <Paragraphs>274</Paragraphs>
  <Slides>12</Slides>
  <Notes>9</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HCLTech’ s Solution Approach</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HCL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 Janakiraman</dc:creator>
  <cp:lastModifiedBy>Priya Janakiraman</cp:lastModifiedBy>
  <cp:revision>3</cp:revision>
  <dcterms:created xsi:type="dcterms:W3CDTF">2026-10-06T07:07:33Z</dcterms:created>
  <dcterms:modified xsi:type="dcterms:W3CDTF">2026-10-07T11:51:50Z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6dfe78-8a37-4fb5-b4aa-b92b97e18d15_Enabled">
    <vt:lpwstr>true</vt:lpwstr>
  </property>
  <property fmtid="{D5CDD505-2E9C-101B-9397-08002B2CF9AE}" pid="3" name="MSIP_Label_556dfe78-8a37-4fb5-b4aa-b92b97e18d15_SetDate">
    <vt:lpwstr>2026-10-06T07:09:47Z</vt:lpwstr>
  </property>
  <property fmtid="{D5CDD505-2E9C-101B-9397-08002B2CF9AE}" pid="4" name="MSIP_Label_556dfe78-8a37-4fb5-b4aa-b92b97e18d15_Method">
    <vt:lpwstr>Standard</vt:lpwstr>
  </property>
  <property fmtid="{D5CDD505-2E9C-101B-9397-08002B2CF9AE}" pid="5" name="MSIP_Label_556dfe78-8a37-4fb5-b4aa-b92b97e18d15_Name">
    <vt:lpwstr>Internal</vt:lpwstr>
  </property>
  <property fmtid="{D5CDD505-2E9C-101B-9397-08002B2CF9AE}" pid="6" name="MSIP_Label_556dfe78-8a37-4fb5-b4aa-b92b97e18d15_SiteId">
    <vt:lpwstr>189de737-c93a-4f5a-8b68-6f4ca9941912</vt:lpwstr>
  </property>
  <property fmtid="{D5CDD505-2E9C-101B-9397-08002B2CF9AE}" pid="7" name="MSIP_Label_556dfe78-8a37-4fb5-b4aa-b92b97e18d15_ActionId">
    <vt:lpwstr>dfe44d3e-d201-4cd6-ba8c-ced04b5523e6</vt:lpwstr>
  </property>
  <property fmtid="{D5CDD505-2E9C-101B-9397-08002B2CF9AE}" pid="8" name="MSIP_Label_556dfe78-8a37-4fb5-b4aa-b92b97e18d15_ContentBits">
    <vt:lpwstr>1</vt:lpwstr>
  </property>
  <property fmtid="{D5CDD505-2E9C-101B-9397-08002B2CF9AE}" pid="9" name="MSIP_Label_556dfe78-8a37-4fb5-b4aa-b92b97e18d15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Classification: Internal</vt:lpwstr>
  </property>
</Properties>
</file>